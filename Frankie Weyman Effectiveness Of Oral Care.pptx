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7" r:id="rId2"/>
  </p:sldIdLst>
  <p:sldSz cx="51206400" cy="44727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FEFF"/>
    <a:srgbClr val="FF212F"/>
    <a:srgbClr val="FF2231"/>
    <a:srgbClr val="FFD5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742"/>
    <p:restoredTop sz="95865"/>
  </p:normalViewPr>
  <p:slideViewPr>
    <p:cSldViewPr snapToGrid="0">
      <p:cViewPr varScale="1">
        <p:scale>
          <a:sx n="21" d="100"/>
          <a:sy n="21" d="100"/>
        </p:scale>
        <p:origin x="1128"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466850" y="685800"/>
            <a:ext cx="3924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00000"/>
              </a:lnSpc>
              <a:spcBef>
                <a:spcPts val="0"/>
              </a:spcBef>
              <a:spcAft>
                <a:spcPts val="0"/>
              </a:spcAft>
              <a:buClr>
                <a:srgbClr val="000000"/>
              </a:buClr>
              <a:buSzPts val="14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3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3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3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3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3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3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3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3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3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40480" y="7320041"/>
            <a:ext cx="43525440" cy="15571905"/>
          </a:xfrm>
        </p:spPr>
        <p:txBody>
          <a:bodyPr anchor="b"/>
          <a:lstStyle>
            <a:lvl1pPr algn="ctr">
              <a:defRPr sz="33600"/>
            </a:lvl1pPr>
          </a:lstStyle>
          <a:p>
            <a:r>
              <a:rPr lang="en-US"/>
              <a:t>Click to edit Master title style</a:t>
            </a:r>
            <a:endParaRPr lang="en-US" dirty="0"/>
          </a:p>
        </p:txBody>
      </p:sp>
      <p:sp>
        <p:nvSpPr>
          <p:cNvPr id="3" name="Subtitle 2"/>
          <p:cNvSpPr>
            <a:spLocks noGrp="1"/>
          </p:cNvSpPr>
          <p:nvPr>
            <p:ph type="subTitle" idx="1"/>
          </p:nvPr>
        </p:nvSpPr>
        <p:spPr>
          <a:xfrm>
            <a:off x="6400800" y="23492459"/>
            <a:ext cx="38404800" cy="10798865"/>
          </a:xfrm>
        </p:spPr>
        <p:txBody>
          <a:bodyPr/>
          <a:lstStyle>
            <a:lvl1pPr marL="0" indent="0" algn="ctr">
              <a:buNone/>
              <a:defRPr sz="13440"/>
            </a:lvl1pPr>
            <a:lvl2pPr marL="2560320" indent="0" algn="ctr">
              <a:buNone/>
              <a:defRPr sz="11200"/>
            </a:lvl2pPr>
            <a:lvl3pPr marL="5120640" indent="0" algn="ctr">
              <a:buNone/>
              <a:defRPr sz="10080"/>
            </a:lvl3pPr>
            <a:lvl4pPr marL="7680960" indent="0" algn="ctr">
              <a:buNone/>
              <a:defRPr sz="8960"/>
            </a:lvl4pPr>
            <a:lvl5pPr marL="10241280" indent="0" algn="ctr">
              <a:buNone/>
              <a:defRPr sz="8960"/>
            </a:lvl5pPr>
            <a:lvl6pPr marL="12801600" indent="0" algn="ctr">
              <a:buNone/>
              <a:defRPr sz="8960"/>
            </a:lvl6pPr>
            <a:lvl7pPr marL="15361920" indent="0" algn="ctr">
              <a:buNone/>
              <a:defRPr sz="8960"/>
            </a:lvl7pPr>
            <a:lvl8pPr marL="17922240" indent="0" algn="ctr">
              <a:buNone/>
              <a:defRPr sz="8960"/>
            </a:lvl8pPr>
            <a:lvl9pPr marL="20482560" indent="0" algn="ctr">
              <a:buNone/>
              <a:defRPr sz="89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93773" y="11150905"/>
            <a:ext cx="44165520" cy="18605525"/>
          </a:xfrm>
        </p:spPr>
        <p:txBody>
          <a:bodyPr anchor="b"/>
          <a:lstStyle>
            <a:lvl1pPr>
              <a:defRPr sz="33600"/>
            </a:lvl1pPr>
          </a:lstStyle>
          <a:p>
            <a:r>
              <a:rPr lang="en-US"/>
              <a:t>Click to edit Master title style</a:t>
            </a:r>
            <a:endParaRPr lang="en-US" dirty="0"/>
          </a:p>
        </p:txBody>
      </p:sp>
      <p:sp>
        <p:nvSpPr>
          <p:cNvPr id="3" name="Text Placeholder 2"/>
          <p:cNvSpPr>
            <a:spLocks noGrp="1"/>
          </p:cNvSpPr>
          <p:nvPr>
            <p:ph type="body" idx="1"/>
          </p:nvPr>
        </p:nvSpPr>
        <p:spPr>
          <a:xfrm>
            <a:off x="3493773" y="29932445"/>
            <a:ext cx="44165520" cy="9784206"/>
          </a:xfrm>
        </p:spPr>
        <p:txBody>
          <a:bodyPr/>
          <a:lstStyle>
            <a:lvl1pPr marL="0" indent="0">
              <a:buNone/>
              <a:defRPr sz="13440">
                <a:solidFill>
                  <a:schemeClr val="tx1"/>
                </a:solidFill>
              </a:defRPr>
            </a:lvl1pPr>
            <a:lvl2pPr marL="2560320" indent="0">
              <a:buNone/>
              <a:defRPr sz="11200">
                <a:solidFill>
                  <a:schemeClr val="tx1">
                    <a:tint val="75000"/>
                  </a:schemeClr>
                </a:solidFill>
              </a:defRPr>
            </a:lvl2pPr>
            <a:lvl3pPr marL="5120640" indent="0">
              <a:buNone/>
              <a:defRPr sz="10080">
                <a:solidFill>
                  <a:schemeClr val="tx1">
                    <a:tint val="75000"/>
                  </a:schemeClr>
                </a:solidFill>
              </a:defRPr>
            </a:lvl3pPr>
            <a:lvl4pPr marL="7680960" indent="0">
              <a:buNone/>
              <a:defRPr sz="8960">
                <a:solidFill>
                  <a:schemeClr val="tx1">
                    <a:tint val="75000"/>
                  </a:schemeClr>
                </a:solidFill>
              </a:defRPr>
            </a:lvl4pPr>
            <a:lvl5pPr marL="10241280" indent="0">
              <a:buNone/>
              <a:defRPr sz="8960">
                <a:solidFill>
                  <a:schemeClr val="tx1">
                    <a:tint val="75000"/>
                  </a:schemeClr>
                </a:solidFill>
              </a:defRPr>
            </a:lvl5pPr>
            <a:lvl6pPr marL="12801600" indent="0">
              <a:buNone/>
              <a:defRPr sz="8960">
                <a:solidFill>
                  <a:schemeClr val="tx1">
                    <a:tint val="75000"/>
                  </a:schemeClr>
                </a:solidFill>
              </a:defRPr>
            </a:lvl6pPr>
            <a:lvl7pPr marL="15361920" indent="0">
              <a:buNone/>
              <a:defRPr sz="8960">
                <a:solidFill>
                  <a:schemeClr val="tx1">
                    <a:tint val="75000"/>
                  </a:schemeClr>
                </a:solidFill>
              </a:defRPr>
            </a:lvl7pPr>
            <a:lvl8pPr marL="17922240" indent="0">
              <a:buNone/>
              <a:defRPr sz="8960">
                <a:solidFill>
                  <a:schemeClr val="tx1">
                    <a:tint val="75000"/>
                  </a:schemeClr>
                </a:solidFill>
              </a:defRPr>
            </a:lvl8pPr>
            <a:lvl9pPr marL="20482560" indent="0">
              <a:buNone/>
              <a:defRPr sz="89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520440" y="11906710"/>
            <a:ext cx="21762720" cy="283793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5923240" y="11906710"/>
            <a:ext cx="21762720" cy="283793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5/5/26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527110" y="2381352"/>
            <a:ext cx="44165520" cy="8645310"/>
          </a:xfrm>
        </p:spPr>
        <p:txBody>
          <a:bodyPr/>
          <a:lstStyle/>
          <a:p>
            <a:r>
              <a:rPr lang="en-US"/>
              <a:t>Click to edit Master title style</a:t>
            </a:r>
            <a:endParaRPr lang="en-US" dirty="0"/>
          </a:p>
        </p:txBody>
      </p:sp>
      <p:sp>
        <p:nvSpPr>
          <p:cNvPr id="3" name="Text Placeholder 2"/>
          <p:cNvSpPr>
            <a:spLocks noGrp="1"/>
          </p:cNvSpPr>
          <p:nvPr>
            <p:ph type="body" idx="1"/>
          </p:nvPr>
        </p:nvSpPr>
        <p:spPr>
          <a:xfrm>
            <a:off x="3527115" y="10964530"/>
            <a:ext cx="21662704" cy="5373546"/>
          </a:xfrm>
        </p:spPr>
        <p:txBody>
          <a:bodyPr anchor="b"/>
          <a:lstStyle>
            <a:lvl1pPr marL="0" indent="0">
              <a:buNone/>
              <a:defRPr sz="13440" b="1"/>
            </a:lvl1pPr>
            <a:lvl2pPr marL="2560320" indent="0">
              <a:buNone/>
              <a:defRPr sz="11200" b="1"/>
            </a:lvl2pPr>
            <a:lvl3pPr marL="5120640" indent="0">
              <a:buNone/>
              <a:defRPr sz="10080" b="1"/>
            </a:lvl3pPr>
            <a:lvl4pPr marL="7680960" indent="0">
              <a:buNone/>
              <a:defRPr sz="8960" b="1"/>
            </a:lvl4pPr>
            <a:lvl5pPr marL="10241280" indent="0">
              <a:buNone/>
              <a:defRPr sz="8960" b="1"/>
            </a:lvl5pPr>
            <a:lvl6pPr marL="12801600" indent="0">
              <a:buNone/>
              <a:defRPr sz="8960" b="1"/>
            </a:lvl6pPr>
            <a:lvl7pPr marL="15361920" indent="0">
              <a:buNone/>
              <a:defRPr sz="8960" b="1"/>
            </a:lvl7pPr>
            <a:lvl8pPr marL="17922240" indent="0">
              <a:buNone/>
              <a:defRPr sz="8960" b="1"/>
            </a:lvl8pPr>
            <a:lvl9pPr marL="20482560" indent="0">
              <a:buNone/>
              <a:defRPr sz="8960" b="1"/>
            </a:lvl9pPr>
          </a:lstStyle>
          <a:p>
            <a:pPr lvl="0"/>
            <a:r>
              <a:rPr lang="en-US"/>
              <a:t>Click to edit Master text styles</a:t>
            </a:r>
          </a:p>
        </p:txBody>
      </p:sp>
      <p:sp>
        <p:nvSpPr>
          <p:cNvPr id="4" name="Content Placeholder 3"/>
          <p:cNvSpPr>
            <a:spLocks noGrp="1"/>
          </p:cNvSpPr>
          <p:nvPr>
            <p:ph sz="half" idx="2"/>
          </p:nvPr>
        </p:nvSpPr>
        <p:spPr>
          <a:xfrm>
            <a:off x="3527115" y="16338076"/>
            <a:ext cx="21662704" cy="24030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5923243" y="10964530"/>
            <a:ext cx="21769390" cy="5373546"/>
          </a:xfrm>
        </p:spPr>
        <p:txBody>
          <a:bodyPr anchor="b"/>
          <a:lstStyle>
            <a:lvl1pPr marL="0" indent="0">
              <a:buNone/>
              <a:defRPr sz="13440" b="1"/>
            </a:lvl1pPr>
            <a:lvl2pPr marL="2560320" indent="0">
              <a:buNone/>
              <a:defRPr sz="11200" b="1"/>
            </a:lvl2pPr>
            <a:lvl3pPr marL="5120640" indent="0">
              <a:buNone/>
              <a:defRPr sz="10080" b="1"/>
            </a:lvl3pPr>
            <a:lvl4pPr marL="7680960" indent="0">
              <a:buNone/>
              <a:defRPr sz="8960" b="1"/>
            </a:lvl4pPr>
            <a:lvl5pPr marL="10241280" indent="0">
              <a:buNone/>
              <a:defRPr sz="8960" b="1"/>
            </a:lvl5pPr>
            <a:lvl6pPr marL="12801600" indent="0">
              <a:buNone/>
              <a:defRPr sz="8960" b="1"/>
            </a:lvl6pPr>
            <a:lvl7pPr marL="15361920" indent="0">
              <a:buNone/>
              <a:defRPr sz="8960" b="1"/>
            </a:lvl7pPr>
            <a:lvl8pPr marL="17922240" indent="0">
              <a:buNone/>
              <a:defRPr sz="8960" b="1"/>
            </a:lvl8pPr>
            <a:lvl9pPr marL="20482560" indent="0">
              <a:buNone/>
              <a:defRPr sz="8960" b="1"/>
            </a:lvl9pPr>
          </a:lstStyle>
          <a:p>
            <a:pPr lvl="0"/>
            <a:r>
              <a:rPr lang="en-US"/>
              <a:t>Click to edit Master text styles</a:t>
            </a:r>
          </a:p>
        </p:txBody>
      </p:sp>
      <p:sp>
        <p:nvSpPr>
          <p:cNvPr id="6" name="Content Placeholder 5"/>
          <p:cNvSpPr>
            <a:spLocks noGrp="1"/>
          </p:cNvSpPr>
          <p:nvPr>
            <p:ph sz="quarter" idx="4"/>
          </p:nvPr>
        </p:nvSpPr>
        <p:spPr>
          <a:xfrm>
            <a:off x="25923243" y="16338076"/>
            <a:ext cx="21769390" cy="24030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5/5/26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5/5/26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27110" y="2981854"/>
            <a:ext cx="16515397" cy="10436490"/>
          </a:xfrm>
        </p:spPr>
        <p:txBody>
          <a:bodyPr anchor="b"/>
          <a:lstStyle>
            <a:lvl1pPr>
              <a:defRPr sz="17920"/>
            </a:lvl1pPr>
          </a:lstStyle>
          <a:p>
            <a:r>
              <a:rPr lang="en-US"/>
              <a:t>Click to edit Master title style</a:t>
            </a:r>
            <a:endParaRPr lang="en-US" dirty="0"/>
          </a:p>
        </p:txBody>
      </p:sp>
      <p:sp>
        <p:nvSpPr>
          <p:cNvPr id="3" name="Content Placeholder 2"/>
          <p:cNvSpPr>
            <a:spLocks noGrp="1"/>
          </p:cNvSpPr>
          <p:nvPr>
            <p:ph idx="1"/>
          </p:nvPr>
        </p:nvSpPr>
        <p:spPr>
          <a:xfrm>
            <a:off x="21769390" y="6439987"/>
            <a:ext cx="25923240" cy="31785737"/>
          </a:xfrm>
        </p:spPr>
        <p:txBody>
          <a:bodyPr/>
          <a:lstStyle>
            <a:lvl1pPr>
              <a:defRPr sz="17920"/>
            </a:lvl1pPr>
            <a:lvl2pPr>
              <a:defRPr sz="15680"/>
            </a:lvl2pPr>
            <a:lvl3pPr>
              <a:defRPr sz="13440"/>
            </a:lvl3pPr>
            <a:lvl4pPr>
              <a:defRPr sz="11200"/>
            </a:lvl4pPr>
            <a:lvl5pPr>
              <a:defRPr sz="11200"/>
            </a:lvl5pPr>
            <a:lvl6pPr>
              <a:defRPr sz="11200"/>
            </a:lvl6pPr>
            <a:lvl7pPr>
              <a:defRPr sz="11200"/>
            </a:lvl7pPr>
            <a:lvl8pPr>
              <a:defRPr sz="11200"/>
            </a:lvl8pPr>
            <a:lvl9pPr>
              <a:defRPr sz="1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527110" y="13418344"/>
            <a:ext cx="16515397" cy="24859142"/>
          </a:xfrm>
        </p:spPr>
        <p:txBody>
          <a:bodyPr/>
          <a:lstStyle>
            <a:lvl1pPr marL="0" indent="0">
              <a:buNone/>
              <a:defRPr sz="8960"/>
            </a:lvl1pPr>
            <a:lvl2pPr marL="2560320" indent="0">
              <a:buNone/>
              <a:defRPr sz="7840"/>
            </a:lvl2pPr>
            <a:lvl3pPr marL="5120640" indent="0">
              <a:buNone/>
              <a:defRPr sz="6720"/>
            </a:lvl3pPr>
            <a:lvl4pPr marL="7680960" indent="0">
              <a:buNone/>
              <a:defRPr sz="5600"/>
            </a:lvl4pPr>
            <a:lvl5pPr marL="10241280" indent="0">
              <a:buNone/>
              <a:defRPr sz="5600"/>
            </a:lvl5pPr>
            <a:lvl6pPr marL="12801600" indent="0">
              <a:buNone/>
              <a:defRPr sz="5600"/>
            </a:lvl6pPr>
            <a:lvl7pPr marL="15361920" indent="0">
              <a:buNone/>
              <a:defRPr sz="5600"/>
            </a:lvl7pPr>
            <a:lvl8pPr marL="17922240" indent="0">
              <a:buNone/>
              <a:defRPr sz="5600"/>
            </a:lvl8pPr>
            <a:lvl9pPr marL="20482560" indent="0">
              <a:buNone/>
              <a:defRPr sz="56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27110" y="2981854"/>
            <a:ext cx="16515397" cy="10436490"/>
          </a:xfrm>
        </p:spPr>
        <p:txBody>
          <a:bodyPr anchor="b"/>
          <a:lstStyle>
            <a:lvl1pPr>
              <a:defRPr sz="17920"/>
            </a:lvl1pPr>
          </a:lstStyle>
          <a:p>
            <a:r>
              <a:rPr lang="en-US"/>
              <a:t>Click to edit Master title style</a:t>
            </a:r>
            <a:endParaRPr lang="en-US" dirty="0"/>
          </a:p>
        </p:txBody>
      </p:sp>
      <p:sp>
        <p:nvSpPr>
          <p:cNvPr id="3" name="Picture Placeholder 2"/>
          <p:cNvSpPr>
            <a:spLocks noGrp="1" noChangeAspect="1"/>
          </p:cNvSpPr>
          <p:nvPr>
            <p:ph type="pic" idx="1"/>
          </p:nvPr>
        </p:nvSpPr>
        <p:spPr>
          <a:xfrm>
            <a:off x="21769390" y="6439987"/>
            <a:ext cx="25923240" cy="31785737"/>
          </a:xfrm>
        </p:spPr>
        <p:txBody>
          <a:bodyPr anchor="t"/>
          <a:lstStyle>
            <a:lvl1pPr marL="0" indent="0">
              <a:buNone/>
              <a:defRPr sz="17920"/>
            </a:lvl1pPr>
            <a:lvl2pPr marL="2560320" indent="0">
              <a:buNone/>
              <a:defRPr sz="15680"/>
            </a:lvl2pPr>
            <a:lvl3pPr marL="5120640" indent="0">
              <a:buNone/>
              <a:defRPr sz="13440"/>
            </a:lvl3pPr>
            <a:lvl4pPr marL="7680960" indent="0">
              <a:buNone/>
              <a:defRPr sz="11200"/>
            </a:lvl4pPr>
            <a:lvl5pPr marL="10241280" indent="0">
              <a:buNone/>
              <a:defRPr sz="11200"/>
            </a:lvl5pPr>
            <a:lvl6pPr marL="12801600" indent="0">
              <a:buNone/>
              <a:defRPr sz="11200"/>
            </a:lvl6pPr>
            <a:lvl7pPr marL="15361920" indent="0">
              <a:buNone/>
              <a:defRPr sz="11200"/>
            </a:lvl7pPr>
            <a:lvl8pPr marL="17922240" indent="0">
              <a:buNone/>
              <a:defRPr sz="11200"/>
            </a:lvl8pPr>
            <a:lvl9pPr marL="20482560" indent="0">
              <a:buNone/>
              <a:defRPr sz="11200"/>
            </a:lvl9pPr>
          </a:lstStyle>
          <a:p>
            <a:r>
              <a:rPr lang="en-US"/>
              <a:t>Click icon to add picture</a:t>
            </a:r>
            <a:endParaRPr lang="en-US" dirty="0"/>
          </a:p>
        </p:txBody>
      </p:sp>
      <p:sp>
        <p:nvSpPr>
          <p:cNvPr id="4" name="Text Placeholder 3"/>
          <p:cNvSpPr>
            <a:spLocks noGrp="1"/>
          </p:cNvSpPr>
          <p:nvPr>
            <p:ph type="body" sz="half" idx="2"/>
          </p:nvPr>
        </p:nvSpPr>
        <p:spPr>
          <a:xfrm>
            <a:off x="3527110" y="13418344"/>
            <a:ext cx="16515397" cy="24859142"/>
          </a:xfrm>
        </p:spPr>
        <p:txBody>
          <a:bodyPr/>
          <a:lstStyle>
            <a:lvl1pPr marL="0" indent="0">
              <a:buNone/>
              <a:defRPr sz="8960"/>
            </a:lvl1pPr>
            <a:lvl2pPr marL="2560320" indent="0">
              <a:buNone/>
              <a:defRPr sz="7840"/>
            </a:lvl2pPr>
            <a:lvl3pPr marL="5120640" indent="0">
              <a:buNone/>
              <a:defRPr sz="6720"/>
            </a:lvl3pPr>
            <a:lvl4pPr marL="7680960" indent="0">
              <a:buNone/>
              <a:defRPr sz="5600"/>
            </a:lvl4pPr>
            <a:lvl5pPr marL="10241280" indent="0">
              <a:buNone/>
              <a:defRPr sz="5600"/>
            </a:lvl5pPr>
            <a:lvl6pPr marL="12801600" indent="0">
              <a:buNone/>
              <a:defRPr sz="5600"/>
            </a:lvl6pPr>
            <a:lvl7pPr marL="15361920" indent="0">
              <a:buNone/>
              <a:defRPr sz="5600"/>
            </a:lvl7pPr>
            <a:lvl8pPr marL="17922240" indent="0">
              <a:buNone/>
              <a:defRPr sz="5600"/>
            </a:lvl8pPr>
            <a:lvl9pPr marL="20482560" indent="0">
              <a:buNone/>
              <a:defRPr sz="56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644583" y="2381342"/>
            <a:ext cx="11041380" cy="3790475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520443" y="2381342"/>
            <a:ext cx="32484060" cy="379047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20440" y="2381352"/>
            <a:ext cx="44165520" cy="864531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520440" y="11906710"/>
            <a:ext cx="44165520" cy="283793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520440" y="41456066"/>
            <a:ext cx="11521440" cy="2381342"/>
          </a:xfrm>
          <a:prstGeom prst="rect">
            <a:avLst/>
          </a:prstGeom>
        </p:spPr>
        <p:txBody>
          <a:bodyPr vert="horz" lIns="91440" tIns="45720" rIns="91440" bIns="45720" rtlCol="0" anchor="ctr"/>
          <a:lstStyle>
            <a:lvl1pPr algn="l">
              <a:defRPr sz="6720">
                <a:solidFill>
                  <a:schemeClr val="tx1">
                    <a:tint val="75000"/>
                  </a:schemeClr>
                </a:solidFill>
              </a:defRPr>
            </a:lvl1pPr>
          </a:lstStyle>
          <a:p>
            <a:fld id="{C764DE79-268F-4C1A-8933-263129D2AF90}" type="datetimeFigureOut">
              <a:rPr lang="en-US" dirty="0"/>
              <a:t>5/5/26</a:t>
            </a:fld>
            <a:endParaRPr lang="en-US" dirty="0"/>
          </a:p>
        </p:txBody>
      </p:sp>
      <p:sp>
        <p:nvSpPr>
          <p:cNvPr id="5" name="Footer Placeholder 4"/>
          <p:cNvSpPr>
            <a:spLocks noGrp="1"/>
          </p:cNvSpPr>
          <p:nvPr>
            <p:ph type="ftr" sz="quarter" idx="3"/>
          </p:nvPr>
        </p:nvSpPr>
        <p:spPr>
          <a:xfrm>
            <a:off x="16962120" y="41456066"/>
            <a:ext cx="17282160" cy="2381342"/>
          </a:xfrm>
          <a:prstGeom prst="rect">
            <a:avLst/>
          </a:prstGeom>
        </p:spPr>
        <p:txBody>
          <a:bodyPr vert="horz" lIns="91440" tIns="45720" rIns="91440" bIns="45720" rtlCol="0" anchor="ctr"/>
          <a:lstStyle>
            <a:lvl1pPr algn="ctr">
              <a:defRPr sz="672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164520" y="41456066"/>
            <a:ext cx="11521440" cy="2381342"/>
          </a:xfrm>
          <a:prstGeom prst="rect">
            <a:avLst/>
          </a:prstGeom>
        </p:spPr>
        <p:txBody>
          <a:bodyPr vert="horz" lIns="91440" tIns="45720" rIns="91440" bIns="45720" rtlCol="0" anchor="ctr"/>
          <a:lstStyle>
            <a:lvl1pPr algn="r">
              <a:defRPr sz="6720">
                <a:solidFill>
                  <a:schemeClr val="tx1">
                    <a:tint val="75000"/>
                  </a:schemeClr>
                </a:solidFill>
              </a:defRPr>
            </a:lvl1pPr>
          </a:lstStyle>
          <a:p>
            <a:fld id="{00000000-1234-1234-1234-12341234123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5120640" rtl="0" eaLnBrk="1" latinLnBrk="0" hangingPunct="1">
        <a:lnSpc>
          <a:spcPct val="90000"/>
        </a:lnSpc>
        <a:spcBef>
          <a:spcPct val="0"/>
        </a:spcBef>
        <a:buNone/>
        <a:defRPr sz="24640" kern="1200">
          <a:solidFill>
            <a:schemeClr val="tx1"/>
          </a:solidFill>
          <a:latin typeface="+mj-lt"/>
          <a:ea typeface="+mj-ea"/>
          <a:cs typeface="+mj-cs"/>
        </a:defRPr>
      </a:lvl1pPr>
    </p:titleStyle>
    <p:bodyStyle>
      <a:lvl1pPr marL="1280160" indent="-1280160" algn="l" defTabSz="5120640" rtl="0" eaLnBrk="1" latinLnBrk="0" hangingPunct="1">
        <a:lnSpc>
          <a:spcPct val="90000"/>
        </a:lnSpc>
        <a:spcBef>
          <a:spcPts val="5600"/>
        </a:spcBef>
        <a:buFont typeface="Arial" panose="020B0604020202020204" pitchFamily="34" charset="0"/>
        <a:buChar char="•"/>
        <a:defRPr sz="15680" kern="1200">
          <a:solidFill>
            <a:schemeClr val="tx1"/>
          </a:solidFill>
          <a:latin typeface="+mn-lt"/>
          <a:ea typeface="+mn-ea"/>
          <a:cs typeface="+mn-cs"/>
        </a:defRPr>
      </a:lvl1pPr>
      <a:lvl2pPr marL="3840480" indent="-1280160" algn="l" defTabSz="5120640" rtl="0" eaLnBrk="1" latinLnBrk="0" hangingPunct="1">
        <a:lnSpc>
          <a:spcPct val="90000"/>
        </a:lnSpc>
        <a:spcBef>
          <a:spcPts val="2800"/>
        </a:spcBef>
        <a:buFont typeface="Arial" panose="020B0604020202020204" pitchFamily="34" charset="0"/>
        <a:buChar char="•"/>
        <a:defRPr sz="13440" kern="1200">
          <a:solidFill>
            <a:schemeClr val="tx1"/>
          </a:solidFill>
          <a:latin typeface="+mn-lt"/>
          <a:ea typeface="+mn-ea"/>
          <a:cs typeface="+mn-cs"/>
        </a:defRPr>
      </a:lvl2pPr>
      <a:lvl3pPr marL="6400800" indent="-1280160" algn="l" defTabSz="5120640" rtl="0" eaLnBrk="1" latinLnBrk="0" hangingPunct="1">
        <a:lnSpc>
          <a:spcPct val="90000"/>
        </a:lnSpc>
        <a:spcBef>
          <a:spcPts val="2800"/>
        </a:spcBef>
        <a:buFont typeface="Arial" panose="020B0604020202020204" pitchFamily="34" charset="0"/>
        <a:buChar char="•"/>
        <a:defRPr sz="11200" kern="1200">
          <a:solidFill>
            <a:schemeClr val="tx1"/>
          </a:solidFill>
          <a:latin typeface="+mn-lt"/>
          <a:ea typeface="+mn-ea"/>
          <a:cs typeface="+mn-cs"/>
        </a:defRPr>
      </a:lvl3pPr>
      <a:lvl4pPr marL="896112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4pPr>
      <a:lvl5pPr marL="1152144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5pPr>
      <a:lvl6pPr marL="1408176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6pPr>
      <a:lvl7pPr marL="1664208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7pPr>
      <a:lvl8pPr marL="1920240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8pPr>
      <a:lvl9pPr marL="2176272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9pPr>
    </p:bodyStyle>
    <p:otherStyle>
      <a:defPPr>
        <a:defRPr lang="en-US"/>
      </a:defPPr>
      <a:lvl1pPr marL="0" algn="l" defTabSz="5120640" rtl="0" eaLnBrk="1" latinLnBrk="0" hangingPunct="1">
        <a:defRPr sz="10080" kern="1200">
          <a:solidFill>
            <a:schemeClr val="tx1"/>
          </a:solidFill>
          <a:latin typeface="+mn-lt"/>
          <a:ea typeface="+mn-ea"/>
          <a:cs typeface="+mn-cs"/>
        </a:defRPr>
      </a:lvl1pPr>
      <a:lvl2pPr marL="2560320" algn="l" defTabSz="5120640" rtl="0" eaLnBrk="1" latinLnBrk="0" hangingPunct="1">
        <a:defRPr sz="10080" kern="1200">
          <a:solidFill>
            <a:schemeClr val="tx1"/>
          </a:solidFill>
          <a:latin typeface="+mn-lt"/>
          <a:ea typeface="+mn-ea"/>
          <a:cs typeface="+mn-cs"/>
        </a:defRPr>
      </a:lvl2pPr>
      <a:lvl3pPr marL="5120640" algn="l" defTabSz="5120640" rtl="0" eaLnBrk="1" latinLnBrk="0" hangingPunct="1">
        <a:defRPr sz="10080" kern="1200">
          <a:solidFill>
            <a:schemeClr val="tx1"/>
          </a:solidFill>
          <a:latin typeface="+mn-lt"/>
          <a:ea typeface="+mn-ea"/>
          <a:cs typeface="+mn-cs"/>
        </a:defRPr>
      </a:lvl3pPr>
      <a:lvl4pPr marL="7680960" algn="l" defTabSz="5120640" rtl="0" eaLnBrk="1" latinLnBrk="0" hangingPunct="1">
        <a:defRPr sz="10080" kern="1200">
          <a:solidFill>
            <a:schemeClr val="tx1"/>
          </a:solidFill>
          <a:latin typeface="+mn-lt"/>
          <a:ea typeface="+mn-ea"/>
          <a:cs typeface="+mn-cs"/>
        </a:defRPr>
      </a:lvl4pPr>
      <a:lvl5pPr marL="10241280" algn="l" defTabSz="5120640" rtl="0" eaLnBrk="1" latinLnBrk="0" hangingPunct="1">
        <a:defRPr sz="10080" kern="1200">
          <a:solidFill>
            <a:schemeClr val="tx1"/>
          </a:solidFill>
          <a:latin typeface="+mn-lt"/>
          <a:ea typeface="+mn-ea"/>
          <a:cs typeface="+mn-cs"/>
        </a:defRPr>
      </a:lvl5pPr>
      <a:lvl6pPr marL="12801600" algn="l" defTabSz="5120640" rtl="0" eaLnBrk="1" latinLnBrk="0" hangingPunct="1">
        <a:defRPr sz="10080" kern="1200">
          <a:solidFill>
            <a:schemeClr val="tx1"/>
          </a:solidFill>
          <a:latin typeface="+mn-lt"/>
          <a:ea typeface="+mn-ea"/>
          <a:cs typeface="+mn-cs"/>
        </a:defRPr>
      </a:lvl6pPr>
      <a:lvl7pPr marL="15361920" algn="l" defTabSz="5120640" rtl="0" eaLnBrk="1" latinLnBrk="0" hangingPunct="1">
        <a:defRPr sz="10080" kern="1200">
          <a:solidFill>
            <a:schemeClr val="tx1"/>
          </a:solidFill>
          <a:latin typeface="+mn-lt"/>
          <a:ea typeface="+mn-ea"/>
          <a:cs typeface="+mn-cs"/>
        </a:defRPr>
      </a:lvl7pPr>
      <a:lvl8pPr marL="17922240" algn="l" defTabSz="5120640" rtl="0" eaLnBrk="1" latinLnBrk="0" hangingPunct="1">
        <a:defRPr sz="10080" kern="1200">
          <a:solidFill>
            <a:schemeClr val="tx1"/>
          </a:solidFill>
          <a:latin typeface="+mn-lt"/>
          <a:ea typeface="+mn-ea"/>
          <a:cs typeface="+mn-cs"/>
        </a:defRPr>
      </a:lvl8pPr>
      <a:lvl9pPr marL="20482560" algn="l" defTabSz="5120640" rtl="0" eaLnBrk="1" latinLnBrk="0" hangingPunct="1">
        <a:defRPr sz="100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i.org/10.21037/atm.2018.10.1" TargetMode="External"/><Relationship Id="rId3" Type="http://schemas.openxmlformats.org/officeDocument/2006/relationships/hyperlink" Target="https://doi.org/10.1186/s13756-021-01027-1%20(Accessed" TargetMode="External"/><Relationship Id="rId7" Type="http://schemas.openxmlformats.org/officeDocument/2006/relationships/hyperlink" Target="https://doi.org/10.3390/antibiotics13040290" TargetMode="External"/><Relationship Id="rId12" Type="http://schemas.openxmlformats.org/officeDocument/2006/relationships/hyperlink" Target="https://doi.org/10.1186/s12912-025-03601-z" TargetMode="Externa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hyperlink" Target="https://doi.org/10.1111/j.1478-5153.2010.00430.x" TargetMode="External"/><Relationship Id="rId11" Type="http://schemas.openxmlformats.org/officeDocument/2006/relationships/hyperlink" Target="https://doi.org/10.1016/j.jhin.2025.03.005" TargetMode="External"/><Relationship Id="rId5" Type="http://schemas.openxmlformats.org/officeDocument/2006/relationships/hyperlink" Target="https://doi.org/10.1016/j.ajic.2016.05.037" TargetMode="External"/><Relationship Id="rId10" Type="http://schemas.openxmlformats.org/officeDocument/2006/relationships/hyperlink" Target="https://doi.org/10.1093/intqhc/mzr049" TargetMode="External"/><Relationship Id="rId4" Type="http://schemas.openxmlformats.org/officeDocument/2006/relationships/hyperlink" Target="https://doi.org/10.1056/NEJMoa052904" TargetMode="External"/><Relationship Id="rId9" Type="http://schemas.openxmlformats.org/officeDocument/2006/relationships/hyperlink" Target="https://doi.org/10.1186/cc1377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custDataLst>
              <p:tags r:id="rId1"/>
            </p:custDataLst>
            <p:extLst>
              <p:ext uri="{D42A27DB-BD31-4B8C-83A1-F6EECF244321}">
                <p14:modId xmlns:p14="http://schemas.microsoft.com/office/powerpoint/2010/main" val="3338688122"/>
              </p:ext>
            </p:extLst>
          </p:nvPr>
        </p:nvGraphicFramePr>
        <p:xfrm>
          <a:off x="1636295" y="3494026"/>
          <a:ext cx="46087253" cy="35103279"/>
        </p:xfrm>
        <a:graphic>
          <a:graphicData uri="http://schemas.openxmlformats.org/drawingml/2006/table">
            <a:tbl>
              <a:tblPr firstRow="1" bandRow="1">
                <a:tableStyleId>{5C22544A-7EE6-4342-B048-85BDC9FD1C3A}</a:tableStyleId>
              </a:tblPr>
              <a:tblGrid>
                <a:gridCol w="22729257">
                  <a:extLst>
                    <a:ext uri="{9D8B030D-6E8A-4147-A177-3AD203B41FA5}">
                      <a16:colId xmlns:a16="http://schemas.microsoft.com/office/drawing/2014/main" val="20000"/>
                    </a:ext>
                  </a:extLst>
                </a:gridCol>
                <a:gridCol w="23357996">
                  <a:extLst>
                    <a:ext uri="{9D8B030D-6E8A-4147-A177-3AD203B41FA5}">
                      <a16:colId xmlns:a16="http://schemas.microsoft.com/office/drawing/2014/main" val="20001"/>
                    </a:ext>
                  </a:extLst>
                </a:gridCol>
              </a:tblGrid>
              <a:tr h="35103279">
                <a:tc>
                  <a:txBody>
                    <a:bodyPr/>
                    <a:lstStyle/>
                    <a:p>
                      <a:pPr marL="685800" lvl="0" indent="-685800">
                        <a:lnSpc>
                          <a:spcPct val="100000"/>
                        </a:lnSpc>
                        <a:buFont typeface="Arial" panose="020B0604020202020204" pitchFamily="34" charset="0"/>
                        <a:buChar char="•"/>
                      </a:pPr>
                      <a:r>
                        <a:rPr lang="en-US" sz="4800" dirty="0"/>
                        <a:t>Abad, C.L., </a:t>
                      </a:r>
                      <a:r>
                        <a:rPr lang="en-US" sz="4800" dirty="0" err="1"/>
                        <a:t>Formalejo</a:t>
                      </a:r>
                      <a:r>
                        <a:rPr lang="en-US" sz="4800" dirty="0"/>
                        <a:t>, C.P. and </a:t>
                      </a:r>
                      <a:r>
                        <a:rPr lang="en-US" sz="4800" dirty="0" err="1"/>
                        <a:t>Mantaring</a:t>
                      </a:r>
                      <a:r>
                        <a:rPr lang="en-US" sz="4800" dirty="0"/>
                        <a:t>, D.M.L. (2021) “Assessment of knowledge and implementation practices of the ventilator acquired pneumonia (VAP) bundle in the  </a:t>
                      </a:r>
                      <a:r>
                        <a:rPr lang="en-US" sz="4800" b="1" kern="1200" dirty="0">
                          <a:solidFill>
                            <a:schemeClr val="lt1"/>
                          </a:solidFill>
                          <a:effectLst/>
                          <a:latin typeface="+mn-lt"/>
                          <a:ea typeface="+mn-ea"/>
                          <a:cs typeface="+mn-cs"/>
                        </a:rPr>
                        <a:t>intensive care unit of a private hospital.,” Antimicrobial resistance and infection control, 10(1), p. 161. Available at: </a:t>
                      </a:r>
                      <a:r>
                        <a:rPr lang="en-US" sz="4800" b="1" u="sng" kern="1200" dirty="0">
                          <a:solidFill>
                            <a:schemeClr val="lt1"/>
                          </a:solidFill>
                          <a:effectLst/>
                          <a:latin typeface="+mn-lt"/>
                          <a:ea typeface="+mn-ea"/>
                          <a:cs typeface="+mn-cs"/>
                          <a:hlinkClick r:id="rId3"/>
                        </a:rPr>
                        <a:t>https://doi.org/10.1186/s13756-021-01027-1</a:t>
                      </a:r>
                      <a:r>
                        <a:rPr lang="en-US" sz="4800" b="1" kern="1200" dirty="0">
                          <a:solidFill>
                            <a:schemeClr val="lt1"/>
                          </a:solidFill>
                          <a:effectLst/>
                          <a:latin typeface="+mn-lt"/>
                          <a:ea typeface="+mn-ea"/>
                          <a:cs typeface="+mn-cs"/>
                        </a:rPr>
                        <a:t>  (accessed:24/04/2026) </a:t>
                      </a:r>
                    </a:p>
                    <a:p>
                      <a:pPr marL="685800" lvl="0" indent="-685800">
                        <a:lnSpc>
                          <a:spcPct val="100000"/>
                        </a:lnSpc>
                        <a:buFont typeface="Arial" panose="020B0604020202020204" pitchFamily="34" charset="0"/>
                        <a:buChar char="•"/>
                      </a:pPr>
                      <a:r>
                        <a:rPr lang="en-US" sz="4800" b="1" kern="1200" dirty="0">
                          <a:solidFill>
                            <a:schemeClr val="lt1"/>
                          </a:solidFill>
                          <a:effectLst/>
                          <a:latin typeface="+mn-lt"/>
                          <a:ea typeface="+mn-ea"/>
                          <a:cs typeface="+mn-cs"/>
                        </a:rPr>
                        <a:t>Al-</a:t>
                      </a:r>
                      <a:r>
                        <a:rPr lang="en-US" sz="4800" b="1" kern="1200" dirty="0" err="1">
                          <a:solidFill>
                            <a:schemeClr val="lt1"/>
                          </a:solidFill>
                          <a:effectLst/>
                          <a:latin typeface="+mn-lt"/>
                          <a:ea typeface="+mn-ea"/>
                          <a:cs typeface="+mn-cs"/>
                        </a:rPr>
                        <a:t>Harthi</a:t>
                      </a:r>
                      <a:r>
                        <a:rPr lang="en-US" sz="4800" b="1" kern="1200" dirty="0">
                          <a:solidFill>
                            <a:schemeClr val="lt1"/>
                          </a:solidFill>
                          <a:effectLst/>
                          <a:latin typeface="+mn-lt"/>
                          <a:ea typeface="+mn-ea"/>
                          <a:cs typeface="+mn-cs"/>
                        </a:rPr>
                        <a:t>, F. et al. (2025) “Nurses’ compliance to ventilator-associated pneumonia prevention bundle and its effect on patient outcomes in intensive care units.,” Nursing in critical care, 30(3), p. e70043. Available at: https://</a:t>
                      </a:r>
                      <a:r>
                        <a:rPr lang="en-US" sz="4800" b="1" kern="1200" dirty="0" err="1">
                          <a:solidFill>
                            <a:schemeClr val="lt1"/>
                          </a:solidFill>
                          <a:effectLst/>
                          <a:latin typeface="+mn-lt"/>
                          <a:ea typeface="+mn-ea"/>
                          <a:cs typeface="+mn-cs"/>
                        </a:rPr>
                        <a:t>doi.org</a:t>
                      </a:r>
                      <a:r>
                        <a:rPr lang="en-US" sz="4800" b="1" kern="1200" dirty="0">
                          <a:solidFill>
                            <a:schemeClr val="lt1"/>
                          </a:solidFill>
                          <a:effectLst/>
                          <a:latin typeface="+mn-lt"/>
                          <a:ea typeface="+mn-ea"/>
                          <a:cs typeface="+mn-cs"/>
                        </a:rPr>
                        <a:t>/10.1111/nicc.70043.</a:t>
                      </a:r>
                    </a:p>
                    <a:p>
                      <a:pPr marL="685800" lvl="0" indent="-685800">
                        <a:lnSpc>
                          <a:spcPct val="100000"/>
                        </a:lnSpc>
                        <a:buFont typeface="Arial" panose="020B0604020202020204" pitchFamily="34" charset="0"/>
                        <a:buChar char="•"/>
                      </a:pPr>
                      <a:r>
                        <a:rPr lang="en-US" sz="4800" b="1" kern="1200" dirty="0">
                          <a:solidFill>
                            <a:schemeClr val="lt1"/>
                          </a:solidFill>
                          <a:effectLst/>
                          <a:latin typeface="+mn-lt"/>
                          <a:ea typeface="+mn-ea"/>
                          <a:cs typeface="+mn-cs"/>
                        </a:rPr>
                        <a:t>American thoracic society. (2020). Infectious diseases society of American; Guidelines for the management of adults with hospital acquired, ventilator associated and healthcare associated pneumonia; American Journal of respiratory and critical care medicine.</a:t>
                      </a:r>
                    </a:p>
                    <a:p>
                      <a:pPr marL="685800" lvl="0" indent="-685800">
                        <a:lnSpc>
                          <a:spcPct val="100000"/>
                        </a:lnSpc>
                        <a:buFont typeface="Arial" panose="020B0604020202020204" pitchFamily="34" charset="0"/>
                        <a:buChar char="•"/>
                      </a:pPr>
                      <a:r>
                        <a:rPr lang="en-US" sz="4800" b="1" kern="1200" dirty="0">
                          <a:solidFill>
                            <a:schemeClr val="lt1"/>
                          </a:solidFill>
                          <a:effectLst/>
                          <a:latin typeface="+mn-lt"/>
                          <a:ea typeface="+mn-ea"/>
                          <a:cs typeface="+mn-cs"/>
                        </a:rPr>
                        <a:t>Canadian Critical Care Trials Group (2006) “A randomized trial of diagnostic techniques for ventilator-associated pneumonia.,” The New England journal of medicine, 355(25), pp. 2619–30. Available at: </a:t>
                      </a:r>
                      <a:r>
                        <a:rPr lang="en-US" sz="4800" b="1" u="sng" kern="1200" dirty="0">
                          <a:solidFill>
                            <a:schemeClr val="lt1"/>
                          </a:solidFill>
                          <a:effectLst/>
                          <a:latin typeface="+mn-lt"/>
                          <a:ea typeface="+mn-ea"/>
                          <a:cs typeface="+mn-cs"/>
                          <a:hlinkClick r:id="rId4"/>
                        </a:rPr>
                        <a:t>https://doi.org/10.1056/NEJMoa052904</a:t>
                      </a:r>
                      <a:r>
                        <a:rPr lang="en-US" sz="4800" b="1" kern="1200" dirty="0">
                          <a:solidFill>
                            <a:schemeClr val="lt1"/>
                          </a:solidFill>
                          <a:effectLst/>
                          <a:latin typeface="+mn-lt"/>
                          <a:ea typeface="+mn-ea"/>
                          <a:cs typeface="+mn-cs"/>
                        </a:rPr>
                        <a:t>.</a:t>
                      </a:r>
                      <a:br>
                        <a:rPr lang="en-US" sz="4800" b="1" kern="1200" dirty="0">
                          <a:solidFill>
                            <a:schemeClr val="lt1"/>
                          </a:solidFill>
                          <a:effectLst/>
                          <a:latin typeface="+mn-lt"/>
                          <a:ea typeface="+mn-ea"/>
                          <a:cs typeface="+mn-cs"/>
                        </a:rPr>
                      </a:br>
                      <a:r>
                        <a:rPr lang="en-US" sz="4800" b="1" kern="1200" dirty="0">
                          <a:solidFill>
                            <a:schemeClr val="lt1"/>
                          </a:solidFill>
                          <a:effectLst/>
                          <a:latin typeface="+mn-lt"/>
                          <a:ea typeface="+mn-ea"/>
                          <a:cs typeface="+mn-cs"/>
                        </a:rPr>
                        <a:t>DeLuca, L.A. et al. (2017) “Impact and feasibility of an emergency department-based ventilator-associated pneumonia bundle for patients intubated in an academic emergency department,” AJIC: American Journal of Infection Control, 45(2), pp. 151–157. Available at: </a:t>
                      </a:r>
                      <a:r>
                        <a:rPr lang="en-US" sz="4800" b="1" u="sng" kern="1200" dirty="0">
                          <a:solidFill>
                            <a:schemeClr val="lt1"/>
                          </a:solidFill>
                          <a:effectLst/>
                          <a:latin typeface="+mn-lt"/>
                          <a:ea typeface="+mn-ea"/>
                          <a:cs typeface="+mn-cs"/>
                          <a:hlinkClick r:id="rId5"/>
                        </a:rPr>
                        <a:t>https://doi.org/10.1016/j.ajic.2016.05.037</a:t>
                      </a:r>
                      <a:r>
                        <a:rPr lang="en-US" sz="4800" b="1" kern="1200" dirty="0">
                          <a:solidFill>
                            <a:schemeClr val="lt1"/>
                          </a:solidFill>
                          <a:effectLst/>
                          <a:latin typeface="+mn-lt"/>
                          <a:ea typeface="+mn-ea"/>
                          <a:cs typeface="+mn-cs"/>
                        </a:rPr>
                        <a:t>. (accessed: 24/04/2026)</a:t>
                      </a:r>
                    </a:p>
                    <a:p>
                      <a:pPr marL="685800" lvl="0" indent="-685800">
                        <a:lnSpc>
                          <a:spcPct val="100000"/>
                        </a:lnSpc>
                        <a:buFont typeface="Arial" panose="020B0604020202020204" pitchFamily="34" charset="0"/>
                        <a:buChar char="•"/>
                      </a:pPr>
                      <a:r>
                        <a:rPr lang="en-GB" sz="4800" b="1" kern="1200" dirty="0">
                          <a:solidFill>
                            <a:schemeClr val="lt1"/>
                          </a:solidFill>
                          <a:effectLst/>
                          <a:latin typeface="+mn-lt"/>
                          <a:ea typeface="+mn-ea"/>
                          <a:cs typeface="+mn-cs"/>
                        </a:rPr>
                        <a:t>L</a:t>
                      </a:r>
                      <a:r>
                        <a:rPr lang="en-US" sz="4800" b="1" kern="1200" dirty="0" err="1">
                          <a:solidFill>
                            <a:schemeClr val="lt1"/>
                          </a:solidFill>
                          <a:effectLst/>
                          <a:latin typeface="+mn-lt"/>
                          <a:ea typeface="+mn-ea"/>
                          <a:cs typeface="+mn-cs"/>
                        </a:rPr>
                        <a:t>awrence</a:t>
                      </a:r>
                      <a:r>
                        <a:rPr lang="en-US" sz="4800" b="1" kern="1200" dirty="0">
                          <a:solidFill>
                            <a:schemeClr val="lt1"/>
                          </a:solidFill>
                          <a:effectLst/>
                          <a:latin typeface="+mn-lt"/>
                          <a:ea typeface="+mn-ea"/>
                          <a:cs typeface="+mn-cs"/>
                        </a:rPr>
                        <a:t>, P. and Fulbrook, P. (2011) “The ventilator care bundle and its impact on ventilator-associated pneumonia: a review of the evidence,” Nursing in Critical Care, 16(5), pp. 222–234. Available at: </a:t>
                      </a:r>
                      <a:r>
                        <a:rPr lang="en-US" sz="4800" b="1" u="sng" kern="1200" dirty="0">
                          <a:solidFill>
                            <a:schemeClr val="lt1"/>
                          </a:solidFill>
                          <a:effectLst/>
                          <a:latin typeface="+mn-lt"/>
                          <a:ea typeface="+mn-ea"/>
                          <a:cs typeface="+mn-cs"/>
                          <a:hlinkClick r:id="rId6"/>
                        </a:rPr>
                        <a:t>https://doi.org/10.1111/j.1478-5153.2010.00430.x</a:t>
                      </a:r>
                      <a:r>
                        <a:rPr lang="en-US" sz="4800" b="1" kern="1200" dirty="0">
                          <a:solidFill>
                            <a:schemeClr val="lt1"/>
                          </a:solidFill>
                          <a:effectLst/>
                          <a:latin typeface="+mn-lt"/>
                          <a:ea typeface="+mn-ea"/>
                          <a:cs typeface="+mn-cs"/>
                        </a:rPr>
                        <a:t>.</a:t>
                      </a:r>
                    </a:p>
                    <a:p>
                      <a:pPr marL="685800" lvl="0" indent="-685800">
                        <a:lnSpc>
                          <a:spcPct val="100000"/>
                        </a:lnSpc>
                        <a:buFont typeface="Arial" panose="020B0604020202020204" pitchFamily="34" charset="0"/>
                        <a:buChar char="•"/>
                      </a:pPr>
                      <a:r>
                        <a:rPr lang="en-US" sz="4800" b="1" kern="1200" dirty="0">
                          <a:solidFill>
                            <a:schemeClr val="lt1"/>
                          </a:solidFill>
                          <a:effectLst/>
                          <a:latin typeface="+mn-lt"/>
                          <a:ea typeface="+mn-ea"/>
                          <a:cs typeface="+mn-cs"/>
                        </a:rPr>
                        <a:t>Lei S, Liu Y, Zhang E, Liu C, Wang J, Yang L, Zhang P, Shi Y, Sheng X. Influence of oral comprehensive nursing intervention on mechanically ventilated patients in ICU: a </a:t>
                      </a:r>
                      <a:r>
                        <a:rPr lang="en-US" sz="4800" b="1" kern="1200" dirty="0" err="1">
                          <a:solidFill>
                            <a:schemeClr val="lt1"/>
                          </a:solidFill>
                          <a:effectLst/>
                          <a:latin typeface="+mn-lt"/>
                          <a:ea typeface="+mn-ea"/>
                          <a:cs typeface="+mn-cs"/>
                        </a:rPr>
                        <a:t>randimized</a:t>
                      </a:r>
                      <a:r>
                        <a:rPr lang="en-US" sz="4800" b="1" kern="1200" dirty="0">
                          <a:solidFill>
                            <a:schemeClr val="lt1"/>
                          </a:solidFill>
                          <a:effectLst/>
                          <a:latin typeface="+mn-lt"/>
                          <a:ea typeface="+mn-ea"/>
                          <a:cs typeface="+mn-cs"/>
                        </a:rPr>
                        <a:t> controlled study. BMC Nurs. 2023 Aug 29;22(1):293. </a:t>
                      </a:r>
                      <a:r>
                        <a:rPr lang="en-US" sz="4800" b="1" kern="1200" dirty="0" err="1">
                          <a:solidFill>
                            <a:schemeClr val="lt1"/>
                          </a:solidFill>
                          <a:effectLst/>
                          <a:latin typeface="+mn-lt"/>
                          <a:ea typeface="+mn-ea"/>
                          <a:cs typeface="+mn-cs"/>
                        </a:rPr>
                        <a:t>doi</a:t>
                      </a:r>
                      <a:r>
                        <a:rPr lang="en-US" sz="4800" b="1" kern="1200" dirty="0">
                          <a:solidFill>
                            <a:schemeClr val="lt1"/>
                          </a:solidFill>
                          <a:effectLst/>
                          <a:latin typeface="+mn-lt"/>
                          <a:ea typeface="+mn-ea"/>
                          <a:cs typeface="+mn-cs"/>
                        </a:rPr>
                        <a:t>: 10.1186/s12912-023-01464-w. PMID: 37641069; PMCID: PMC10464301.</a:t>
                      </a:r>
                    </a:p>
                    <a:p>
                      <a:pPr marL="685800" lvl="0" indent="-685800">
                        <a:lnSpc>
                          <a:spcPct val="100000"/>
                        </a:lnSpc>
                        <a:buFont typeface="Arial" panose="020B0604020202020204" pitchFamily="34" charset="0"/>
                        <a:buChar char="•"/>
                      </a:pPr>
                      <a:r>
                        <a:rPr lang="en-US" sz="4800" b="1" kern="1200" dirty="0" err="1">
                          <a:solidFill>
                            <a:schemeClr val="lt1"/>
                          </a:solidFill>
                          <a:effectLst/>
                          <a:latin typeface="+mn-lt"/>
                          <a:ea typeface="+mn-ea"/>
                          <a:cs typeface="+mn-cs"/>
                        </a:rPr>
                        <a:t>Mergulhão</a:t>
                      </a:r>
                      <a:r>
                        <a:rPr lang="en-US" sz="4800" b="1" kern="1200" dirty="0">
                          <a:solidFill>
                            <a:schemeClr val="lt1"/>
                          </a:solidFill>
                          <a:effectLst/>
                          <a:latin typeface="+mn-lt"/>
                          <a:ea typeface="+mn-ea"/>
                          <a:cs typeface="+mn-cs"/>
                        </a:rPr>
                        <a:t>, P., Pereira, J. G., Fernandes, A. V., Krystopchuk, A., Ribeiro, J. M., Miranda, D., Castro, H., Eira, C., Morais, J., </a:t>
                      </a:r>
                      <a:r>
                        <a:rPr lang="en-US" sz="4800" b="1" kern="1200" dirty="0" err="1">
                          <a:solidFill>
                            <a:schemeClr val="lt1"/>
                          </a:solidFill>
                          <a:effectLst/>
                          <a:latin typeface="+mn-lt"/>
                          <a:ea typeface="+mn-ea"/>
                          <a:cs typeface="+mn-cs"/>
                        </a:rPr>
                        <a:t>Lameirão</a:t>
                      </a:r>
                      <a:r>
                        <a:rPr lang="en-US" sz="4800" b="1" kern="1200" dirty="0">
                          <a:solidFill>
                            <a:schemeClr val="lt1"/>
                          </a:solidFill>
                          <a:effectLst/>
                          <a:latin typeface="+mn-lt"/>
                          <a:ea typeface="+mn-ea"/>
                          <a:cs typeface="+mn-cs"/>
                        </a:rPr>
                        <a:t>, C., Gomes, S., Leal, D., Duarte, J., </a:t>
                      </a:r>
                      <a:r>
                        <a:rPr lang="en-US" sz="4800" b="1" kern="1200" dirty="0" err="1">
                          <a:solidFill>
                            <a:schemeClr val="lt1"/>
                          </a:solidFill>
                          <a:effectLst/>
                          <a:latin typeface="+mn-lt"/>
                          <a:ea typeface="+mn-ea"/>
                          <a:cs typeface="+mn-cs"/>
                        </a:rPr>
                        <a:t>Pássaro</a:t>
                      </a:r>
                      <a:r>
                        <a:rPr lang="en-US" sz="4800" b="1" kern="1200" dirty="0">
                          <a:solidFill>
                            <a:schemeClr val="lt1"/>
                          </a:solidFill>
                          <a:effectLst/>
                          <a:latin typeface="+mn-lt"/>
                          <a:ea typeface="+mn-ea"/>
                          <a:cs typeface="+mn-cs"/>
                        </a:rPr>
                        <a:t>, L., Froes, F., &amp; Martin-Loeches, I. (2024). Epidemiology and Burden of Ventilator-Associated Pneumonia among Adult Intensive Care Unit Patients: A Portuguese, Multicenter, Retrospective Study (</a:t>
                      </a:r>
                      <a:r>
                        <a:rPr lang="en-US" sz="4800" b="1" kern="1200" dirty="0" err="1">
                          <a:solidFill>
                            <a:schemeClr val="lt1"/>
                          </a:solidFill>
                          <a:effectLst/>
                          <a:latin typeface="+mn-lt"/>
                          <a:ea typeface="+mn-ea"/>
                          <a:cs typeface="+mn-cs"/>
                        </a:rPr>
                        <a:t>eVAP</a:t>
                      </a:r>
                      <a:r>
                        <a:rPr lang="en-US" sz="4800" b="1" kern="1200" dirty="0">
                          <a:solidFill>
                            <a:schemeClr val="lt1"/>
                          </a:solidFill>
                          <a:effectLst/>
                          <a:latin typeface="+mn-lt"/>
                          <a:ea typeface="+mn-ea"/>
                          <a:cs typeface="+mn-cs"/>
                        </a:rPr>
                        <a:t>-PT Study). Antibiotics, 13(4), 290. </a:t>
                      </a:r>
                      <a:r>
                        <a:rPr lang="en-US" sz="4800" b="1" u="sng" kern="1200" dirty="0">
                          <a:solidFill>
                            <a:schemeClr val="lt1"/>
                          </a:solidFill>
                          <a:effectLst/>
                          <a:latin typeface="+mn-lt"/>
                          <a:ea typeface="+mn-ea"/>
                          <a:cs typeface="+mn-cs"/>
                          <a:hlinkClick r:id="rId7"/>
                        </a:rPr>
                        <a:t>https://doi.org/10.3390/antibiotics13040290</a:t>
                      </a:r>
                      <a:endParaRPr lang="en-US" sz="4800" b="1" u="sng" kern="1200" dirty="0">
                        <a:solidFill>
                          <a:schemeClr val="lt1"/>
                        </a:solidFill>
                        <a:effectLst/>
                        <a:latin typeface="+mn-lt"/>
                        <a:ea typeface="+mn-ea"/>
                        <a:cs typeface="+mn-cs"/>
                      </a:endParaRPr>
                    </a:p>
                    <a:p>
                      <a:pPr marL="685800" lvl="0" indent="-685800">
                        <a:lnSpc>
                          <a:spcPct val="100000"/>
                        </a:lnSpc>
                        <a:buFont typeface="Arial" panose="020B0604020202020204" pitchFamily="34" charset="0"/>
                        <a:buChar char="•"/>
                      </a:pPr>
                      <a:r>
                        <a:rPr lang="en-US" sz="4800" b="1" kern="1200" dirty="0" err="1">
                          <a:solidFill>
                            <a:schemeClr val="lt1"/>
                          </a:solidFill>
                          <a:effectLst/>
                          <a:latin typeface="+mn-lt"/>
                          <a:ea typeface="+mn-ea"/>
                          <a:cs typeface="+mn-cs"/>
                        </a:rPr>
                        <a:t>Messika</a:t>
                      </a:r>
                      <a:r>
                        <a:rPr lang="en-US" sz="4800" b="1" kern="1200" dirty="0">
                          <a:solidFill>
                            <a:schemeClr val="lt1"/>
                          </a:solidFill>
                          <a:effectLst/>
                          <a:latin typeface="+mn-lt"/>
                          <a:ea typeface="+mn-ea"/>
                          <a:cs typeface="+mn-cs"/>
                        </a:rPr>
                        <a:t> J, La Combe B, Ricard JD. Oropharyngeal colonization: epidemiology, treatment and ventilator-associated pneumonia prevention. Ann Transl Med. 2018; 6:(20) </a:t>
                      </a:r>
                      <a:r>
                        <a:rPr lang="en-US" sz="4800" b="1" kern="1200" dirty="0">
                          <a:solidFill>
                            <a:schemeClr val="lt1"/>
                          </a:solidFill>
                          <a:effectLst/>
                          <a:latin typeface="+mn-lt"/>
                          <a:ea typeface="+mn-ea"/>
                          <a:cs typeface="+mn-cs"/>
                          <a:hlinkClick r:id="rId8"/>
                        </a:rPr>
                        <a:t>https://doi.org/10.21037/atm.2018.10.1</a:t>
                      </a:r>
                      <a:endParaRPr lang="en-US" sz="4800" b="1" kern="1200" dirty="0">
                        <a:solidFill>
                          <a:schemeClr val="lt1"/>
                        </a:solidFill>
                        <a:effectLst/>
                        <a:latin typeface="+mn-lt"/>
                        <a:ea typeface="+mn-ea"/>
                        <a:cs typeface="+mn-cs"/>
                      </a:endParaRPr>
                    </a:p>
                    <a:p>
                      <a:pPr marL="685800" lvl="0" indent="-685800">
                        <a:lnSpc>
                          <a:spcPct val="100000"/>
                        </a:lnSpc>
                        <a:buFont typeface="Arial" panose="020B0604020202020204" pitchFamily="34" charset="0"/>
                        <a:buChar char="•"/>
                      </a:pPr>
                      <a:r>
                        <a:rPr lang="en-US" sz="4800" b="1" kern="1200" dirty="0">
                          <a:solidFill>
                            <a:schemeClr val="lt1"/>
                          </a:solidFill>
                          <a:effectLst/>
                          <a:latin typeface="+mn-lt"/>
                          <a:ea typeface="+mn-ea"/>
                          <a:cs typeface="+mn-cs"/>
                        </a:rPr>
                        <a:t>National institute for health and clinical excellence (2019). NICE/</a:t>
                      </a:r>
                      <a:r>
                        <a:rPr lang="en-US" sz="4800" b="1" kern="1200" dirty="0" err="1">
                          <a:solidFill>
                            <a:schemeClr val="lt1"/>
                          </a:solidFill>
                          <a:effectLst/>
                          <a:latin typeface="+mn-lt"/>
                          <a:ea typeface="+mn-ea"/>
                          <a:cs typeface="+mn-cs"/>
                        </a:rPr>
                        <a:t>NPSA.Patient</a:t>
                      </a:r>
                      <a:r>
                        <a:rPr lang="en-US" sz="4800" b="1" kern="1200" dirty="0">
                          <a:solidFill>
                            <a:schemeClr val="lt1"/>
                          </a:solidFill>
                          <a:effectLst/>
                          <a:latin typeface="+mn-lt"/>
                          <a:ea typeface="+mn-ea"/>
                          <a:cs typeface="+mn-cs"/>
                        </a:rPr>
                        <a:t> safety pilot: Technical patient safety solutions for prevention of ventilator associated pneumonia in adults. Available at:  https://</a:t>
                      </a:r>
                      <a:r>
                        <a:rPr lang="en-US" sz="4800" b="1" kern="1200" dirty="0" err="1">
                          <a:solidFill>
                            <a:schemeClr val="lt1"/>
                          </a:solidFill>
                          <a:effectLst/>
                          <a:latin typeface="+mn-lt"/>
                          <a:ea typeface="+mn-ea"/>
                          <a:cs typeface="+mn-cs"/>
                        </a:rPr>
                        <a:t>www.nice.org.uk</a:t>
                      </a:r>
                      <a:r>
                        <a:rPr lang="en-US" sz="4800" b="1" kern="1200" dirty="0">
                          <a:solidFill>
                            <a:schemeClr val="lt1"/>
                          </a:solidFill>
                          <a:effectLst/>
                          <a:latin typeface="+mn-lt"/>
                          <a:ea typeface="+mn-ea"/>
                          <a:cs typeface="+mn-cs"/>
                        </a:rPr>
                        <a:t>/guidance/psa2/documents/prevention of ventilator associated -pneumonia. Accessed 8/3/2026</a:t>
                      </a:r>
                    </a:p>
                    <a:p>
                      <a:pPr marL="685800" lvl="0" indent="-685800">
                        <a:lnSpc>
                          <a:spcPct val="100000"/>
                        </a:lnSpc>
                        <a:buFont typeface="Arial" panose="020B0604020202020204" pitchFamily="34" charset="0"/>
                        <a:buChar char="•"/>
                      </a:pPr>
                      <a:r>
                        <a:rPr lang="en-US" sz="4800" b="1" kern="1200" dirty="0">
                          <a:solidFill>
                            <a:schemeClr val="lt1"/>
                          </a:solidFill>
                          <a:effectLst/>
                          <a:latin typeface="+mn-lt"/>
                          <a:ea typeface="+mn-ea"/>
                          <a:cs typeface="+mn-cs"/>
                        </a:rPr>
                        <a:t>Page MJ, McKenzie JE, Bossuyt PM, et al. The PRISMA 2020 statement: An updated guideline for reporting systematic reviews. Int J Surg. 2021;88:105906. doi:10.1016/j.ijsu.2021.105906</a:t>
                      </a:r>
                    </a:p>
                    <a:p>
                      <a:pPr marL="685800" lvl="0" indent="-685800">
                        <a:lnSpc>
                          <a:spcPct val="100000"/>
                        </a:lnSpc>
                        <a:buFont typeface="Arial" panose="020B0604020202020204" pitchFamily="34" charset="0"/>
                        <a:buChar char="•"/>
                      </a:pPr>
                      <a:r>
                        <a:rPr lang="en-US" sz="4800" b="1" kern="1200" dirty="0">
                          <a:solidFill>
                            <a:schemeClr val="lt1"/>
                          </a:solidFill>
                          <a:effectLst/>
                          <a:latin typeface="+mn-lt"/>
                          <a:ea typeface="+mn-ea"/>
                          <a:cs typeface="+mn-cs"/>
                        </a:rPr>
                        <a:t>World Health Organization. The burden of health care-associated infection worldwide. A summary. 2020. https://</a:t>
                      </a:r>
                      <a:r>
                        <a:rPr lang="en-US" sz="4800" b="1" kern="1200" dirty="0" err="1">
                          <a:solidFill>
                            <a:schemeClr val="lt1"/>
                          </a:solidFill>
                          <a:effectLst/>
                          <a:latin typeface="+mn-lt"/>
                          <a:ea typeface="+mn-ea"/>
                          <a:cs typeface="+mn-cs"/>
                        </a:rPr>
                        <a:t>tinyurl.com</a:t>
                      </a:r>
                      <a:r>
                        <a:rPr lang="en-US" sz="4800" b="1" kern="1200" dirty="0">
                          <a:solidFill>
                            <a:schemeClr val="lt1"/>
                          </a:solidFill>
                          <a:effectLst/>
                          <a:latin typeface="+mn-lt"/>
                          <a:ea typeface="+mn-ea"/>
                          <a:cs typeface="+mn-cs"/>
                        </a:rPr>
                        <a:t>/y2abg6x4 (accessed 4/03/2026)</a:t>
                      </a:r>
                    </a:p>
                    <a:p>
                      <a:pPr marL="685800" indent="-685800">
                        <a:buFont typeface="Arial" panose="020B0604020202020204" pitchFamily="34" charset="0"/>
                        <a:buChar char="•"/>
                      </a:pPr>
                      <a:endParaRPr lang="en-US" sz="4800" dirty="0"/>
                    </a:p>
                  </a:txBody>
                  <a:tcPr/>
                </a:tc>
                <a:tc>
                  <a:txBody>
                    <a:bodyPr/>
                    <a:lstStyle/>
                    <a:p>
                      <a:pPr marL="685800" indent="-685800">
                        <a:buFont typeface="Arial" panose="020B0604020202020204" pitchFamily="34" charset="0"/>
                        <a:buChar char="•"/>
                      </a:pPr>
                      <a:r>
                        <a:rPr lang="en-US" sz="4800" b="1" kern="1200" dirty="0">
                          <a:solidFill>
                            <a:schemeClr val="lt1"/>
                          </a:solidFill>
                          <a:effectLst/>
                          <a:latin typeface="+mn-lt"/>
                          <a:ea typeface="+mn-ea"/>
                          <a:cs typeface="+mn-cs"/>
                        </a:rPr>
                        <a:t>Critical Appraisal Skills </a:t>
                      </a:r>
                      <a:r>
                        <a:rPr lang="en-US" sz="4800" b="1" kern="1200" dirty="0" err="1">
                          <a:solidFill>
                            <a:schemeClr val="lt1"/>
                          </a:solidFill>
                          <a:effectLst/>
                          <a:latin typeface="+mn-lt"/>
                          <a:ea typeface="+mn-ea"/>
                          <a:cs typeface="+mn-cs"/>
                        </a:rPr>
                        <a:t>programme</a:t>
                      </a:r>
                      <a:r>
                        <a:rPr lang="en-US" sz="4800" b="1" kern="1200" dirty="0">
                          <a:solidFill>
                            <a:schemeClr val="lt1"/>
                          </a:solidFill>
                          <a:effectLst/>
                          <a:latin typeface="+mn-lt"/>
                          <a:ea typeface="+mn-ea"/>
                          <a:cs typeface="+mn-cs"/>
                        </a:rPr>
                        <a:t> (2024). CASP( </a:t>
                      </a:r>
                      <a:r>
                        <a:rPr lang="en-US" sz="4800" b="1" kern="1200" dirty="0" err="1">
                          <a:solidFill>
                            <a:schemeClr val="lt1"/>
                          </a:solidFill>
                          <a:effectLst/>
                          <a:latin typeface="+mn-lt"/>
                          <a:ea typeface="+mn-ea"/>
                          <a:cs typeface="+mn-cs"/>
                        </a:rPr>
                        <a:t>Randomised</a:t>
                      </a:r>
                      <a:r>
                        <a:rPr lang="en-US" sz="4800" b="1" kern="1200" dirty="0">
                          <a:solidFill>
                            <a:schemeClr val="lt1"/>
                          </a:solidFill>
                          <a:effectLst/>
                          <a:latin typeface="+mn-lt"/>
                          <a:ea typeface="+mn-ea"/>
                          <a:cs typeface="+mn-cs"/>
                        </a:rPr>
                        <a:t> controlled trials) online. Available at https://</a:t>
                      </a:r>
                      <a:r>
                        <a:rPr lang="en-US" sz="4800" b="1" kern="1200" dirty="0" err="1">
                          <a:solidFill>
                            <a:schemeClr val="lt1"/>
                          </a:solidFill>
                          <a:effectLst/>
                          <a:latin typeface="+mn-lt"/>
                          <a:ea typeface="+mn-ea"/>
                          <a:cs typeface="+mn-cs"/>
                        </a:rPr>
                        <a:t>casp-uk.net</a:t>
                      </a:r>
                      <a:r>
                        <a:rPr lang="en-US" sz="4800" b="1" kern="1200" dirty="0">
                          <a:solidFill>
                            <a:schemeClr val="lt1"/>
                          </a:solidFill>
                          <a:effectLst/>
                          <a:latin typeface="+mn-lt"/>
                          <a:ea typeface="+mn-ea"/>
                          <a:cs typeface="+mn-cs"/>
                        </a:rPr>
                        <a:t>/critical-appraisal-online-training courses. Accessed 24/4/2026.</a:t>
                      </a:r>
                    </a:p>
                    <a:p>
                      <a:pPr marL="685800" lvl="0" indent="-685800">
                        <a:buFont typeface="Arial" panose="020B0604020202020204" pitchFamily="34" charset="0"/>
                        <a:buChar char="•"/>
                      </a:pPr>
                      <a:r>
                        <a:rPr lang="en-US" sz="4800" b="1" kern="1200" dirty="0">
                          <a:solidFill>
                            <a:schemeClr val="lt1"/>
                          </a:solidFill>
                          <a:effectLst/>
                          <a:latin typeface="+mn-lt"/>
                          <a:ea typeface="+mn-ea"/>
                          <a:cs typeface="+mn-cs"/>
                        </a:rPr>
                        <a:t>Hellyer TP, Ewan V, Wilson P, Simpson AJ. The Intensive Care Society recommended bundle of interventions for the prevention of ventilator-associated pneumonia. J Intensive Care Soc. 2016 Aug;17(3):238-243. </a:t>
                      </a:r>
                      <a:r>
                        <a:rPr lang="en-US" sz="4800" b="1" kern="1200" dirty="0" err="1">
                          <a:solidFill>
                            <a:schemeClr val="lt1"/>
                          </a:solidFill>
                          <a:effectLst/>
                          <a:latin typeface="+mn-lt"/>
                          <a:ea typeface="+mn-ea"/>
                          <a:cs typeface="+mn-cs"/>
                        </a:rPr>
                        <a:t>doi</a:t>
                      </a:r>
                      <a:r>
                        <a:rPr lang="en-US" sz="4800" b="1" kern="1200" dirty="0">
                          <a:solidFill>
                            <a:schemeClr val="lt1"/>
                          </a:solidFill>
                          <a:effectLst/>
                          <a:latin typeface="+mn-lt"/>
                          <a:ea typeface="+mn-ea"/>
                          <a:cs typeface="+mn-cs"/>
                        </a:rPr>
                        <a:t>: 10.1177/1751143716644461. </a:t>
                      </a:r>
                      <a:r>
                        <a:rPr lang="en-US" sz="4800" b="1" kern="1200" dirty="0" err="1">
                          <a:solidFill>
                            <a:schemeClr val="lt1"/>
                          </a:solidFill>
                          <a:effectLst/>
                          <a:latin typeface="+mn-lt"/>
                          <a:ea typeface="+mn-ea"/>
                          <a:cs typeface="+mn-cs"/>
                        </a:rPr>
                        <a:t>Epub</a:t>
                      </a:r>
                      <a:r>
                        <a:rPr lang="en-US" sz="4800" b="1" kern="1200" dirty="0">
                          <a:solidFill>
                            <a:schemeClr val="lt1"/>
                          </a:solidFill>
                          <a:effectLst/>
                          <a:latin typeface="+mn-lt"/>
                          <a:ea typeface="+mn-ea"/>
                          <a:cs typeface="+mn-cs"/>
                        </a:rPr>
                        <a:t> 2016 Apr 20. PMID: 28979497; PMCID: PMC5606527.</a:t>
                      </a:r>
                    </a:p>
                    <a:p>
                      <a:pPr marL="685800" lvl="0" indent="-685800">
                        <a:buFont typeface="Arial" panose="020B0604020202020204" pitchFamily="34" charset="0"/>
                        <a:buChar char="•"/>
                      </a:pPr>
                      <a:r>
                        <a:rPr lang="en-US" sz="4800" b="1" kern="1200" dirty="0" err="1">
                          <a:solidFill>
                            <a:schemeClr val="lt1"/>
                          </a:solidFill>
                          <a:effectLst/>
                          <a:latin typeface="+mn-lt"/>
                          <a:ea typeface="+mn-ea"/>
                          <a:cs typeface="+mn-cs"/>
                        </a:rPr>
                        <a:t>Kalanuria</a:t>
                      </a:r>
                      <a:r>
                        <a:rPr lang="en-US" sz="4800" b="1" kern="1200" dirty="0">
                          <a:solidFill>
                            <a:schemeClr val="lt1"/>
                          </a:solidFill>
                          <a:effectLst/>
                          <a:latin typeface="+mn-lt"/>
                          <a:ea typeface="+mn-ea"/>
                          <a:cs typeface="+mn-cs"/>
                        </a:rPr>
                        <a:t>, A. A., Ziai, W., &amp; Mirski, M. (2014). Ventilator-associated pneumonia in the ICU. Critical care (London, England), 18(2), 208. </a:t>
                      </a:r>
                      <a:r>
                        <a:rPr lang="en-US" sz="4800" b="1" u="sng" kern="1200" dirty="0">
                          <a:solidFill>
                            <a:schemeClr val="lt1"/>
                          </a:solidFill>
                          <a:effectLst/>
                          <a:latin typeface="+mn-lt"/>
                          <a:ea typeface="+mn-ea"/>
                          <a:cs typeface="+mn-cs"/>
                          <a:hlinkClick r:id="rId9"/>
                        </a:rPr>
                        <a:t>https://doi.org/10.1186/cc13775</a:t>
                      </a:r>
                      <a:endParaRPr lang="en-US" sz="4800" b="1" kern="1200" dirty="0">
                        <a:solidFill>
                          <a:schemeClr val="lt1"/>
                        </a:solidFill>
                        <a:effectLst/>
                        <a:latin typeface="+mn-lt"/>
                        <a:ea typeface="+mn-ea"/>
                        <a:cs typeface="+mn-cs"/>
                      </a:endParaRPr>
                    </a:p>
                    <a:p>
                      <a:pPr marL="685800" lvl="0" indent="-685800">
                        <a:buFont typeface="Arial" panose="020B0604020202020204" pitchFamily="34" charset="0"/>
                        <a:buChar char="•"/>
                      </a:pPr>
                      <a:r>
                        <a:rPr lang="en-US" sz="4800" b="1" kern="1200" dirty="0">
                          <a:solidFill>
                            <a:schemeClr val="lt1"/>
                          </a:solidFill>
                          <a:effectLst/>
                          <a:latin typeface="+mn-lt"/>
                          <a:ea typeface="+mn-ea"/>
                          <a:cs typeface="+mn-cs"/>
                        </a:rPr>
                        <a:t>National </a:t>
                      </a:r>
                      <a:r>
                        <a:rPr lang="en-US" sz="4800" b="1" kern="1200" dirty="0" err="1">
                          <a:solidFill>
                            <a:schemeClr val="lt1"/>
                          </a:solidFill>
                          <a:effectLst/>
                          <a:latin typeface="+mn-lt"/>
                          <a:ea typeface="+mn-ea"/>
                          <a:cs typeface="+mn-cs"/>
                        </a:rPr>
                        <a:t>Instite</a:t>
                      </a:r>
                      <a:r>
                        <a:rPr lang="en-US" sz="4800" b="1" kern="1200" dirty="0">
                          <a:solidFill>
                            <a:schemeClr val="lt1"/>
                          </a:solidFill>
                          <a:effectLst/>
                          <a:latin typeface="+mn-lt"/>
                          <a:ea typeface="+mn-ea"/>
                          <a:cs typeface="+mn-cs"/>
                        </a:rPr>
                        <a:t> for Health &amp; Clinical Excellence (2019). NICE/NPSA. Patient safety pilot, </a:t>
                      </a:r>
                      <a:r>
                        <a:rPr lang="en-US" sz="4800" b="1" kern="1200" dirty="0" err="1">
                          <a:solidFill>
                            <a:schemeClr val="lt1"/>
                          </a:solidFill>
                          <a:effectLst/>
                          <a:latin typeface="+mn-lt"/>
                          <a:ea typeface="+mn-ea"/>
                          <a:cs typeface="+mn-cs"/>
                        </a:rPr>
                        <a:t>technica</a:t>
                      </a:r>
                      <a:r>
                        <a:rPr lang="en-US" sz="4800" b="1" kern="1200" dirty="0">
                          <a:solidFill>
                            <a:schemeClr val="lt1"/>
                          </a:solidFill>
                          <a:effectLst/>
                          <a:latin typeface="+mn-lt"/>
                          <a:ea typeface="+mn-ea"/>
                          <a:cs typeface="+mn-cs"/>
                        </a:rPr>
                        <a:t> patient safety solutions for prevention of ventilator associated pneumonia in adults. Available; https://</a:t>
                      </a:r>
                      <a:r>
                        <a:rPr lang="en-US" sz="4800" b="1" kern="1200" dirty="0" err="1">
                          <a:solidFill>
                            <a:schemeClr val="lt1"/>
                          </a:solidFill>
                          <a:effectLst/>
                          <a:latin typeface="+mn-lt"/>
                          <a:ea typeface="+mn-ea"/>
                          <a:cs typeface="+mn-cs"/>
                        </a:rPr>
                        <a:t>www.nice.org.uk</a:t>
                      </a:r>
                      <a:r>
                        <a:rPr lang="en-US" sz="4800" b="1" kern="1200" dirty="0">
                          <a:solidFill>
                            <a:schemeClr val="lt1"/>
                          </a:solidFill>
                          <a:effectLst/>
                          <a:latin typeface="+mn-lt"/>
                          <a:ea typeface="+mn-ea"/>
                          <a:cs typeface="+mn-cs"/>
                        </a:rPr>
                        <a:t>/guideline/</a:t>
                      </a:r>
                      <a:r>
                        <a:rPr lang="en-US" sz="4800" b="1" kern="1200" dirty="0" err="1">
                          <a:solidFill>
                            <a:schemeClr val="lt1"/>
                          </a:solidFill>
                          <a:effectLst/>
                          <a:latin typeface="+mn-lt"/>
                          <a:ea typeface="+mn-ea"/>
                          <a:cs typeface="+mn-cs"/>
                        </a:rPr>
                        <a:t>psa</a:t>
                      </a:r>
                      <a:r>
                        <a:rPr lang="en-US" sz="4800" b="1" kern="1200" dirty="0">
                          <a:solidFill>
                            <a:schemeClr val="lt1"/>
                          </a:solidFill>
                          <a:effectLst/>
                          <a:latin typeface="+mn-lt"/>
                          <a:ea typeface="+mn-ea"/>
                          <a:cs typeface="+mn-cs"/>
                        </a:rPr>
                        <a:t>/documents/prevention of </a:t>
                      </a:r>
                      <a:r>
                        <a:rPr lang="en-US" sz="4800" b="1" kern="1200" dirty="0" err="1">
                          <a:solidFill>
                            <a:schemeClr val="lt1"/>
                          </a:solidFill>
                          <a:effectLst/>
                          <a:latin typeface="+mn-lt"/>
                          <a:ea typeface="+mn-ea"/>
                          <a:cs typeface="+mn-cs"/>
                        </a:rPr>
                        <a:t>ventilatorassocieted</a:t>
                      </a:r>
                      <a:r>
                        <a:rPr lang="en-US" sz="4800" b="1" kern="1200" dirty="0">
                          <a:solidFill>
                            <a:schemeClr val="lt1"/>
                          </a:solidFill>
                          <a:effectLst/>
                          <a:latin typeface="+mn-lt"/>
                          <a:ea typeface="+mn-ea"/>
                          <a:cs typeface="+mn-cs"/>
                        </a:rPr>
                        <a:t>-pneumonia. Accessed 8/3/2026.</a:t>
                      </a:r>
                    </a:p>
                    <a:p>
                      <a:pPr marL="685800" lvl="0" indent="-685800">
                        <a:buFont typeface="Arial" panose="020B0604020202020204" pitchFamily="34" charset="0"/>
                        <a:buChar char="•"/>
                      </a:pPr>
                      <a:r>
                        <a:rPr lang="en-US" sz="4800" b="1" kern="1200" dirty="0">
                          <a:solidFill>
                            <a:schemeClr val="lt1"/>
                          </a:solidFill>
                          <a:effectLst/>
                          <a:latin typeface="+mn-lt"/>
                          <a:ea typeface="+mn-ea"/>
                          <a:cs typeface="+mn-cs"/>
                        </a:rPr>
                        <a:t>Pileggi, Claudia MD1; Mascaro, Valentina MD1; Bianco, Aida MD1; Nobile, Carmelo G. A. MD2,3; Pavia, Maria MD, MPH1. Ventilator Bundle and Its Effects on Mortality Among ICU Patients: A Meta-Analysis*. Critical Care Medicine 46(7):p 1167-1174, July 2018. | DOI: 10.1097/CCM.0000000000003136</a:t>
                      </a:r>
                    </a:p>
                    <a:p>
                      <a:pPr marL="685800" lvl="0" indent="-685800">
                        <a:buFont typeface="Arial" panose="020B0604020202020204" pitchFamily="34" charset="0"/>
                        <a:buChar char="•"/>
                      </a:pPr>
                      <a:r>
                        <a:rPr lang="en-US" sz="4800" b="1" kern="1200" dirty="0">
                          <a:solidFill>
                            <a:schemeClr val="lt1"/>
                          </a:solidFill>
                          <a:effectLst/>
                          <a:latin typeface="+mn-lt"/>
                          <a:ea typeface="+mn-ea"/>
                          <a:cs typeface="+mn-cs"/>
                        </a:rPr>
                        <a:t>Pogorzelska, M. et al. (2011) “Impact of the ventilator bundle on ventilator-associated pneumonia in intensive care unit,” International Journal for Quality in Health Care, 23(5), pp. 538–544. Available at: </a:t>
                      </a:r>
                      <a:r>
                        <a:rPr lang="en-US" sz="4800" b="1" u="sng" kern="1200" dirty="0">
                          <a:solidFill>
                            <a:schemeClr val="lt1"/>
                          </a:solidFill>
                          <a:effectLst/>
                          <a:latin typeface="+mn-lt"/>
                          <a:ea typeface="+mn-ea"/>
                          <a:cs typeface="+mn-cs"/>
                          <a:hlinkClick r:id="rId10"/>
                        </a:rPr>
                        <a:t>https://doi.org/10.1093/intqhc/mzr049</a:t>
                      </a:r>
                      <a:r>
                        <a:rPr lang="en-US" sz="4800" b="1" kern="1200" dirty="0">
                          <a:solidFill>
                            <a:schemeClr val="lt1"/>
                          </a:solidFill>
                          <a:effectLst/>
                          <a:latin typeface="+mn-lt"/>
                          <a:ea typeface="+mn-ea"/>
                          <a:cs typeface="+mn-cs"/>
                        </a:rPr>
                        <a:t>.</a:t>
                      </a:r>
                    </a:p>
                    <a:p>
                      <a:pPr marL="685800" lvl="0" indent="-685800">
                        <a:buFont typeface="Arial" panose="020B0604020202020204" pitchFamily="34" charset="0"/>
                        <a:buChar char="•"/>
                      </a:pPr>
                      <a:r>
                        <a:rPr lang="en-GB" sz="4800" b="1" kern="1200" dirty="0">
                          <a:solidFill>
                            <a:schemeClr val="lt1"/>
                          </a:solidFill>
                          <a:effectLst/>
                          <a:latin typeface="+mn-lt"/>
                          <a:ea typeface="+mn-ea"/>
                          <a:cs typeface="+mn-cs"/>
                        </a:rPr>
                        <a:t>S</a:t>
                      </a:r>
                      <a:r>
                        <a:rPr lang="en-US" sz="4800" b="1" kern="1200" dirty="0" err="1">
                          <a:solidFill>
                            <a:schemeClr val="lt1"/>
                          </a:solidFill>
                          <a:effectLst/>
                          <a:latin typeface="+mn-lt"/>
                          <a:ea typeface="+mn-ea"/>
                          <a:cs typeface="+mn-cs"/>
                        </a:rPr>
                        <a:t>afdar</a:t>
                      </a:r>
                      <a:r>
                        <a:rPr lang="en-US" sz="4800" b="1" kern="1200" dirty="0">
                          <a:solidFill>
                            <a:schemeClr val="lt1"/>
                          </a:solidFill>
                          <a:effectLst/>
                          <a:latin typeface="+mn-lt"/>
                          <a:ea typeface="+mn-ea"/>
                          <a:cs typeface="+mn-cs"/>
                        </a:rPr>
                        <a:t>, Nasia MD, MS; Abad, </a:t>
                      </a:r>
                      <a:r>
                        <a:rPr lang="en-US" sz="4800" b="1" kern="1200" dirty="0" err="1">
                          <a:solidFill>
                            <a:schemeClr val="lt1"/>
                          </a:solidFill>
                          <a:effectLst/>
                          <a:latin typeface="+mn-lt"/>
                          <a:ea typeface="+mn-ea"/>
                          <a:cs typeface="+mn-cs"/>
                        </a:rPr>
                        <a:t>Cybéle</a:t>
                      </a:r>
                      <a:r>
                        <a:rPr lang="en-US" sz="4800" b="1" kern="1200" dirty="0">
                          <a:solidFill>
                            <a:schemeClr val="lt1"/>
                          </a:solidFill>
                          <a:effectLst/>
                          <a:latin typeface="+mn-lt"/>
                          <a:ea typeface="+mn-ea"/>
                          <a:cs typeface="+mn-cs"/>
                        </a:rPr>
                        <a:t> MD. Educational interventions for prevention of healthcare-associated infection: A systematic review. Critical Care Medicine 36(3):p 933-940, March 2008. | DOI: 10.1097/CCM.0B013E318165FAF3</a:t>
                      </a:r>
                    </a:p>
                    <a:p>
                      <a:pPr marL="685800" lvl="0" indent="-685800">
                        <a:buFont typeface="Arial" panose="020B0604020202020204" pitchFamily="34" charset="0"/>
                        <a:buChar char="•"/>
                      </a:pPr>
                      <a:r>
                        <a:rPr lang="en-US" sz="4800" b="1" kern="1200" dirty="0">
                          <a:solidFill>
                            <a:schemeClr val="lt1"/>
                          </a:solidFill>
                          <a:effectLst/>
                          <a:latin typeface="+mn-lt"/>
                          <a:ea typeface="+mn-ea"/>
                          <a:cs typeface="+mn-cs"/>
                        </a:rPr>
                        <a:t>Speck K, Rawat N, Weiner N ( 2016). A systematic approach for developing a ventilator associated pneumonia prevention bundle. American journal of infection control </a:t>
                      </a:r>
                    </a:p>
                    <a:p>
                      <a:pPr marL="685800" lvl="0" indent="-685800">
                        <a:buFont typeface="Arial" panose="020B0604020202020204" pitchFamily="34" charset="0"/>
                        <a:buChar char="•"/>
                      </a:pPr>
                      <a:r>
                        <a:rPr lang="en-US" sz="4800" b="1" kern="1200" dirty="0">
                          <a:solidFill>
                            <a:schemeClr val="lt1"/>
                          </a:solidFill>
                          <a:effectLst/>
                          <a:latin typeface="+mn-lt"/>
                          <a:ea typeface="+mn-ea"/>
                          <a:cs typeface="+mn-cs"/>
                        </a:rPr>
                        <a:t>Speck k, Rawat N, Weiner N et al. (2016). </a:t>
                      </a:r>
                      <a:r>
                        <a:rPr lang="en-US" sz="4800" b="1" kern="1200" dirty="0" err="1">
                          <a:solidFill>
                            <a:schemeClr val="lt1"/>
                          </a:solidFill>
                          <a:effectLst/>
                          <a:latin typeface="+mn-lt"/>
                          <a:ea typeface="+mn-ea"/>
                          <a:cs typeface="+mn-cs"/>
                        </a:rPr>
                        <a:t>Asystematic</a:t>
                      </a:r>
                      <a:r>
                        <a:rPr lang="en-US" sz="4800" b="1" kern="1200" dirty="0">
                          <a:solidFill>
                            <a:schemeClr val="lt1"/>
                          </a:solidFill>
                          <a:effectLst/>
                          <a:latin typeface="+mn-lt"/>
                          <a:ea typeface="+mn-ea"/>
                          <a:cs typeface="+mn-cs"/>
                        </a:rPr>
                        <a:t> approach for developing a ventilator-associated pneumonia prevention bundle. American journal of infection control.</a:t>
                      </a:r>
                    </a:p>
                    <a:p>
                      <a:pPr marL="685800" lvl="0" indent="-685800">
                        <a:buFont typeface="Arial" panose="020B0604020202020204" pitchFamily="34" charset="0"/>
                        <a:buChar char="•"/>
                      </a:pPr>
                      <a:r>
                        <a:rPr lang="en-US" sz="4800" b="1" kern="1200" dirty="0" err="1">
                          <a:solidFill>
                            <a:schemeClr val="lt1"/>
                          </a:solidFill>
                          <a:effectLst/>
                          <a:latin typeface="+mn-lt"/>
                          <a:ea typeface="+mn-ea"/>
                          <a:cs typeface="+mn-cs"/>
                        </a:rPr>
                        <a:t>Unahalekhaka</a:t>
                      </a:r>
                      <a:r>
                        <a:rPr lang="en-US" sz="4800" b="1" kern="1200" dirty="0">
                          <a:solidFill>
                            <a:schemeClr val="lt1"/>
                          </a:solidFill>
                          <a:effectLst/>
                          <a:latin typeface="+mn-lt"/>
                          <a:ea typeface="+mn-ea"/>
                          <a:cs typeface="+mn-cs"/>
                        </a:rPr>
                        <a:t>, A., </a:t>
                      </a:r>
                      <a:r>
                        <a:rPr lang="en-US" sz="4800" b="1" kern="1200" dirty="0" err="1">
                          <a:solidFill>
                            <a:schemeClr val="lt1"/>
                          </a:solidFill>
                          <a:effectLst/>
                          <a:latin typeface="+mn-lt"/>
                          <a:ea typeface="+mn-ea"/>
                          <a:cs typeface="+mn-cs"/>
                        </a:rPr>
                        <a:t>Uirungroj</a:t>
                      </a:r>
                      <a:r>
                        <a:rPr lang="en-US" sz="4800" b="1" kern="1200" dirty="0">
                          <a:solidFill>
                            <a:schemeClr val="lt1"/>
                          </a:solidFill>
                          <a:effectLst/>
                          <a:latin typeface="+mn-lt"/>
                          <a:ea typeface="+mn-ea"/>
                          <a:cs typeface="+mn-cs"/>
                        </a:rPr>
                        <a:t>, P. and </a:t>
                      </a:r>
                      <a:r>
                        <a:rPr lang="en-US" sz="4800" b="1" kern="1200" dirty="0" err="1">
                          <a:solidFill>
                            <a:schemeClr val="lt1"/>
                          </a:solidFill>
                          <a:effectLst/>
                          <a:latin typeface="+mn-lt"/>
                          <a:ea typeface="+mn-ea"/>
                          <a:cs typeface="+mn-cs"/>
                        </a:rPr>
                        <a:t>Saenjum</a:t>
                      </a:r>
                      <a:r>
                        <a:rPr lang="en-US" sz="4800" b="1" kern="1200" dirty="0">
                          <a:solidFill>
                            <a:schemeClr val="lt1"/>
                          </a:solidFill>
                          <a:effectLst/>
                          <a:latin typeface="+mn-lt"/>
                          <a:ea typeface="+mn-ea"/>
                          <a:cs typeface="+mn-cs"/>
                        </a:rPr>
                        <a:t>, C. (2025) “Impact of single-use oral care sets on reducing ventilator-associated pneumonia among intensive care unit patients: a multi-</a:t>
                      </a:r>
                      <a:r>
                        <a:rPr lang="en-US" sz="4800" b="1" kern="1200" dirty="0" err="1">
                          <a:solidFill>
                            <a:schemeClr val="lt1"/>
                          </a:solidFill>
                          <a:effectLst/>
                          <a:latin typeface="+mn-lt"/>
                          <a:ea typeface="+mn-ea"/>
                          <a:cs typeface="+mn-cs"/>
                        </a:rPr>
                        <a:t>centre</a:t>
                      </a:r>
                      <a:r>
                        <a:rPr lang="en-US" sz="4800" b="1" kern="1200" dirty="0">
                          <a:solidFill>
                            <a:schemeClr val="lt1"/>
                          </a:solidFill>
                          <a:effectLst/>
                          <a:latin typeface="+mn-lt"/>
                          <a:ea typeface="+mn-ea"/>
                          <a:cs typeface="+mn-cs"/>
                        </a:rPr>
                        <a:t> study,” Journal of Hospital Infection, 160, pp. 12–18. Available at: </a:t>
                      </a:r>
                      <a:r>
                        <a:rPr lang="en-US" sz="4800" b="1" u="sng" kern="1200" dirty="0">
                          <a:solidFill>
                            <a:schemeClr val="lt1"/>
                          </a:solidFill>
                          <a:effectLst/>
                          <a:latin typeface="+mn-lt"/>
                          <a:ea typeface="+mn-ea"/>
                          <a:cs typeface="+mn-cs"/>
                          <a:hlinkClick r:id="rId11"/>
                        </a:rPr>
                        <a:t>https://doi.org/10.1016/j.jhin.2025.03.005</a:t>
                      </a:r>
                      <a:r>
                        <a:rPr lang="en-US" sz="4800" b="1" kern="1200" dirty="0">
                          <a:solidFill>
                            <a:schemeClr val="lt1"/>
                          </a:solidFill>
                          <a:effectLst/>
                          <a:latin typeface="+mn-lt"/>
                          <a:ea typeface="+mn-ea"/>
                          <a:cs typeface="+mn-cs"/>
                        </a:rPr>
                        <a:t>.</a:t>
                      </a:r>
                    </a:p>
                    <a:p>
                      <a:pPr marL="685800" lvl="0" indent="-685800">
                        <a:buFont typeface="Arial" panose="020B0604020202020204" pitchFamily="34" charset="0"/>
                        <a:buChar char="•"/>
                      </a:pPr>
                      <a:r>
                        <a:rPr lang="en-US" sz="4800" b="1" kern="1200" dirty="0">
                          <a:solidFill>
                            <a:schemeClr val="lt1"/>
                          </a:solidFill>
                          <a:effectLst/>
                          <a:latin typeface="+mn-lt"/>
                          <a:ea typeface="+mn-ea"/>
                          <a:cs typeface="+mn-cs"/>
                        </a:rPr>
                        <a:t>Villagracia, H.N., </a:t>
                      </a:r>
                      <a:r>
                        <a:rPr lang="en-US" sz="4800" b="1" kern="1200" dirty="0" err="1">
                          <a:solidFill>
                            <a:schemeClr val="lt1"/>
                          </a:solidFill>
                          <a:effectLst/>
                          <a:latin typeface="+mn-lt"/>
                          <a:ea typeface="+mn-ea"/>
                          <a:cs typeface="+mn-cs"/>
                        </a:rPr>
                        <a:t>Alhejaili</a:t>
                      </a:r>
                      <a:r>
                        <a:rPr lang="en-US" sz="4800" b="1" kern="1200" dirty="0">
                          <a:solidFill>
                            <a:schemeClr val="lt1"/>
                          </a:solidFill>
                          <a:effectLst/>
                          <a:latin typeface="+mn-lt"/>
                          <a:ea typeface="+mn-ea"/>
                          <a:cs typeface="+mn-cs"/>
                        </a:rPr>
                        <a:t>, T.N., Alshammari, B. et al. Intensive and critical care nurses’ compliance, barriers, and challenges with ventilator-associated pneumonia prevention: a cross-sectional study. BMC Nurs 24, 935 (2025). </a:t>
                      </a:r>
                      <a:r>
                        <a:rPr lang="en-US" sz="4800" b="1" u="sng" kern="1200" dirty="0">
                          <a:solidFill>
                            <a:schemeClr val="lt1"/>
                          </a:solidFill>
                          <a:effectLst/>
                          <a:latin typeface="+mn-lt"/>
                          <a:ea typeface="+mn-ea"/>
                          <a:cs typeface="+mn-cs"/>
                          <a:hlinkClick r:id="rId12"/>
                        </a:rPr>
                        <a:t>https://doi.org/10.1186/s12912-025-03601-z</a:t>
                      </a:r>
                      <a:endParaRPr lang="en-US" sz="4800" b="1" kern="1200" dirty="0">
                        <a:solidFill>
                          <a:schemeClr val="lt1"/>
                        </a:solidFill>
                        <a:effectLst/>
                        <a:latin typeface="+mn-lt"/>
                        <a:ea typeface="+mn-ea"/>
                        <a:cs typeface="+mn-cs"/>
                      </a:endParaRPr>
                    </a:p>
                    <a:p>
                      <a:pPr marL="685800" lvl="0" indent="-685800">
                        <a:buFont typeface="Arial" panose="020B0604020202020204" pitchFamily="34" charset="0"/>
                        <a:buChar char="•"/>
                      </a:pPr>
                      <a:r>
                        <a:rPr lang="en-US" sz="4800" b="1" kern="1200" dirty="0">
                          <a:solidFill>
                            <a:schemeClr val="lt1"/>
                          </a:solidFill>
                          <a:effectLst/>
                          <a:latin typeface="+mn-lt"/>
                          <a:ea typeface="+mn-ea"/>
                          <a:cs typeface="+mn-cs"/>
                        </a:rPr>
                        <a:t>Zhao T, Wu X, Zhang Q, Li C, Worthington HV, Hua F. Oral hygiene care for critically ill patients to prevent ventilator‐associated pneumonia. Cochrane Database of Systematic Reviews 2020, Issue 12. Art. No.: CD008367. DOI: 10.1002/14651858.CD008367.pub4. Accessed 23 February 2026.</a:t>
                      </a:r>
                    </a:p>
                    <a:p>
                      <a:pPr marL="685800" lvl="0" indent="-685800">
                        <a:buFont typeface="Arial" panose="020B0604020202020204" pitchFamily="34" charset="0"/>
                        <a:buChar char="•"/>
                      </a:pPr>
                      <a:r>
                        <a:rPr lang="en-US" sz="4800" b="1" kern="1200" dirty="0">
                          <a:solidFill>
                            <a:schemeClr val="lt1"/>
                          </a:solidFill>
                          <a:effectLst/>
                          <a:latin typeface="+mn-lt"/>
                          <a:ea typeface="+mn-ea"/>
                          <a:cs typeface="+mn-cs"/>
                        </a:rPr>
                        <a:t>Zilberberg, Marya D. MD, MPH; Shorr, Andrew F. MD, MPH; </a:t>
                      </a:r>
                      <a:r>
                        <a:rPr lang="en-US" sz="4800" b="1" kern="1200" dirty="0" err="1">
                          <a:solidFill>
                            <a:schemeClr val="lt1"/>
                          </a:solidFill>
                          <a:effectLst/>
                          <a:latin typeface="+mn-lt"/>
                          <a:ea typeface="+mn-ea"/>
                          <a:cs typeface="+mn-cs"/>
                        </a:rPr>
                        <a:t>Kollef</a:t>
                      </a:r>
                      <a:r>
                        <a:rPr lang="en-US" sz="4800" b="1" kern="1200" dirty="0">
                          <a:solidFill>
                            <a:schemeClr val="lt1"/>
                          </a:solidFill>
                          <a:effectLst/>
                          <a:latin typeface="+mn-lt"/>
                          <a:ea typeface="+mn-ea"/>
                          <a:cs typeface="+mn-cs"/>
                        </a:rPr>
                        <a:t>, Marin H. MD. Implementing quality improvements in the intensive care unit: Ventilator bundle as an example. Critical Care Medicine 37(1):p 305-309, January 2009. | DOI: 10.1097/CCM.0b013e3181926623</a:t>
                      </a:r>
                    </a:p>
                    <a:p>
                      <a:pPr marL="685800" indent="-685800">
                        <a:buFont typeface="Arial" panose="020B0604020202020204" pitchFamily="34" charset="0"/>
                        <a:buChar char="•"/>
                      </a:pPr>
                      <a:endParaRPr lang="en-US" sz="4800" dirty="0"/>
                    </a:p>
                  </a:txBody>
                  <a:tcPr/>
                </a:tc>
                <a:extLst>
                  <a:ext uri="{0D108BD9-81ED-4DB2-BD59-A6C34878D82A}">
                    <a16:rowId xmlns:a16="http://schemas.microsoft.com/office/drawing/2014/main" val="10000"/>
                  </a:ext>
                </a:extLst>
              </a:tr>
            </a:tbl>
          </a:graphicData>
        </a:graphic>
      </p:graphicFrame>
      <p:sp>
        <p:nvSpPr>
          <p:cNvPr id="8" name="Title 7"/>
          <p:cNvSpPr>
            <a:spLocks noGrp="1"/>
          </p:cNvSpPr>
          <p:nvPr>
            <p:ph type="title"/>
          </p:nvPr>
        </p:nvSpPr>
        <p:spPr>
          <a:xfrm>
            <a:off x="0" y="0"/>
            <a:ext cx="51206400" cy="4335780"/>
          </a:xfrm>
        </p:spPr>
        <p:txBody>
          <a:bodyPr/>
          <a:lstStyle/>
          <a:p>
            <a:r>
              <a:rPr lang="en-US" dirty="0"/>
              <a:t>    </a:t>
            </a:r>
            <a:r>
              <a:rPr lang="en-US" b="1" dirty="0"/>
              <a:t>REFERENCES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3550*2904"/>
  <p:tag name="TABLE_ENDDRAG_RECT" val="150*522*3550*2904"/>
</p:tagLst>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2122</TotalTime>
  <Words>1345</Words>
  <Application>Microsoft Macintosh PowerPoint</Application>
  <PresentationFormat>Custom</PresentationFormat>
  <Paragraphs>25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Calibri Light</vt:lpstr>
      <vt:lpstr>Office 2013 - 2022 Theme</vt:lpstr>
      <vt:lpstr>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Clare Butler</dc:creator>
  <cp:lastModifiedBy>Maria Tracy Namubiru (Student)</cp:lastModifiedBy>
  <cp:revision>15</cp:revision>
  <dcterms:created xsi:type="dcterms:W3CDTF">2026-03-11T19:20:00Z</dcterms:created>
  <dcterms:modified xsi:type="dcterms:W3CDTF">2026-05-06T16:06:56Z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2D4D7F7C4807496F89A481FDC7E7BDBF_12</vt:lpwstr>
  </property>
  <property fmtid="{D5CDD505-2E9C-101B-9397-08002B2CF9AE}" pid="3" name="KSOProductBuildVer">
    <vt:lpwstr>2057-12.2.0.23197</vt:lpwstr>
  </property>
</Properties>
</file>